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mp4" ContentType="video/unknown"/>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68" r:id="rId3"/>
    <p:sldId id="269" r:id="rId4"/>
    <p:sldId id="295" r:id="rId5"/>
    <p:sldId id="270" r:id="rId6"/>
    <p:sldId id="277" r:id="rId7"/>
    <p:sldId id="287" r:id="rId8"/>
    <p:sldId id="303" r:id="rId9"/>
    <p:sldId id="305" r:id="rId10"/>
    <p:sldId id="288" r:id="rId11"/>
    <p:sldId id="289" r:id="rId12"/>
    <p:sldId id="296" r:id="rId13"/>
    <p:sldId id="297" r:id="rId14"/>
    <p:sldId id="298" r:id="rId15"/>
    <p:sldId id="299" r:id="rId16"/>
    <p:sldId id="293" r:id="rId17"/>
    <p:sldId id="272" r:id="rId18"/>
    <p:sldId id="294" r:id="rId19"/>
    <p:sldId id="273" r:id="rId20"/>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969"/>
    <a:srgbClr val="00A0A8"/>
    <a:srgbClr val="FEC630"/>
    <a:srgbClr val="52CBBE"/>
    <a:srgbClr val="5D7373"/>
    <a:srgbClr val="52C9BD"/>
    <a:srgbClr val="F0EE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91" autoAdjust="0"/>
    <p:restoredTop sz="94660"/>
  </p:normalViewPr>
  <p:slideViewPr>
    <p:cSldViewPr snapToGrid="0">
      <p:cViewPr>
        <p:scale>
          <a:sx n="79" d="100"/>
          <a:sy n="79" d="100"/>
        </p:scale>
        <p:origin x="-516" y="-18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de-DE"/>
              <a:t>Titelmasterformat durch Klicken bearbeiten</a:t>
            </a:r>
          </a:p>
        </p:txBody>
      </p:sp>
      <p:sp>
        <p:nvSpPr>
          <p:cNvPr id="3" name="Unt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p>
        </p:txBody>
      </p:sp>
      <p:sp>
        <p:nvSpPr>
          <p:cNvPr id="4" name="Datumsplatzhalter 3"/>
          <p:cNvSpPr>
            <a:spLocks noGrp="1"/>
          </p:cNvSpPr>
          <p:nvPr>
            <p:ph type="dt" sz="half" idx="10"/>
          </p:nvPr>
        </p:nvSpPr>
        <p:spPr/>
        <p:txBody>
          <a:bodyPr/>
          <a:lstStyle/>
          <a:p>
            <a:fld id="{3FDFAF59-80FD-42F8-B77B-6179688B7234}" type="datetimeFigureOut">
              <a:rPr lang="de-DE" smtClean="0"/>
              <a:t>26.10.2020</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A4489FD0-501B-4C6F-9CB2-8996B7BF4EFE}" type="slidenum">
              <a:rPr lang="de-DE" smtClean="0"/>
              <a:t>‹#›</a:t>
            </a:fld>
            <a:endParaRPr lang="de-DE"/>
          </a:p>
        </p:txBody>
      </p:sp>
    </p:spTree>
    <p:extLst>
      <p:ext uri="{BB962C8B-B14F-4D97-AF65-F5344CB8AC3E}">
        <p14:creationId xmlns:p14="http://schemas.microsoft.com/office/powerpoint/2010/main" val="460364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idx="1"/>
          </p:nvPr>
        </p:nvSpPr>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3FDFAF59-80FD-42F8-B77B-6179688B7234}" type="datetimeFigureOut">
              <a:rPr lang="de-DE" smtClean="0"/>
              <a:t>26.10.2020</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A4489FD0-501B-4C6F-9CB2-8996B7BF4EFE}" type="slidenum">
              <a:rPr lang="de-DE" smtClean="0"/>
              <a:t>‹#›</a:t>
            </a:fld>
            <a:endParaRPr lang="de-DE"/>
          </a:p>
        </p:txBody>
      </p:sp>
    </p:spTree>
    <p:extLst>
      <p:ext uri="{BB962C8B-B14F-4D97-AF65-F5344CB8AC3E}">
        <p14:creationId xmlns:p14="http://schemas.microsoft.com/office/powerpoint/2010/main" val="874677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de-DE"/>
              <a:t>Titelmasterformat durch Klicken bearbeiten</a:t>
            </a:r>
          </a:p>
        </p:txBody>
      </p:sp>
      <p:sp>
        <p:nvSpPr>
          <p:cNvPr id="3" name="Textplatzhalt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Formatvorlagen des Textmasters bearbeiten</a:t>
            </a:r>
          </a:p>
        </p:txBody>
      </p:sp>
      <p:sp>
        <p:nvSpPr>
          <p:cNvPr id="4" name="Datumsplatzhalter 3"/>
          <p:cNvSpPr>
            <a:spLocks noGrp="1"/>
          </p:cNvSpPr>
          <p:nvPr>
            <p:ph type="dt" sz="half" idx="10"/>
          </p:nvPr>
        </p:nvSpPr>
        <p:spPr/>
        <p:txBody>
          <a:bodyPr/>
          <a:lstStyle/>
          <a:p>
            <a:fld id="{3FDFAF59-80FD-42F8-B77B-6179688B7234}" type="datetimeFigureOut">
              <a:rPr lang="de-DE" smtClean="0"/>
              <a:t>26.10.2020</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A4489FD0-501B-4C6F-9CB2-8996B7BF4EFE}" type="slidenum">
              <a:rPr lang="de-DE" smtClean="0"/>
              <a:t>‹#›</a:t>
            </a:fld>
            <a:endParaRPr lang="de-DE"/>
          </a:p>
        </p:txBody>
      </p:sp>
    </p:spTree>
    <p:extLst>
      <p:ext uri="{BB962C8B-B14F-4D97-AF65-F5344CB8AC3E}">
        <p14:creationId xmlns:p14="http://schemas.microsoft.com/office/powerpoint/2010/main" val="3625361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838200" y="1825625"/>
            <a:ext cx="5181600" cy="435133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172200" y="1825625"/>
            <a:ext cx="5181600" cy="435133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fld id="{3FDFAF59-80FD-42F8-B77B-6179688B7234}" type="datetimeFigureOut">
              <a:rPr lang="de-DE" smtClean="0"/>
              <a:t>26.10.2020</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A4489FD0-501B-4C6F-9CB2-8996B7BF4EFE}" type="slidenum">
              <a:rPr lang="de-DE" smtClean="0"/>
              <a:t>‹#›</a:t>
            </a:fld>
            <a:endParaRPr lang="de-DE"/>
          </a:p>
        </p:txBody>
      </p:sp>
    </p:spTree>
    <p:extLst>
      <p:ext uri="{BB962C8B-B14F-4D97-AF65-F5344CB8AC3E}">
        <p14:creationId xmlns:p14="http://schemas.microsoft.com/office/powerpoint/2010/main" val="37940367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de-DE"/>
              <a:t>Titelmasterformat durch Klicken bearbeiten</a:t>
            </a:r>
          </a:p>
        </p:txBody>
      </p:sp>
      <p:sp>
        <p:nvSpPr>
          <p:cNvPr id="3" name="Textplatzhalt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4" name="Inhaltsplatzhalter 3"/>
          <p:cNvSpPr>
            <a:spLocks noGrp="1"/>
          </p:cNvSpPr>
          <p:nvPr>
            <p:ph sz="half" idx="2"/>
          </p:nvPr>
        </p:nvSpPr>
        <p:spPr>
          <a:xfrm>
            <a:off x="839788" y="2505075"/>
            <a:ext cx="5157787" cy="368458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6" name="Inhaltsplatzhalter 5"/>
          <p:cNvSpPr>
            <a:spLocks noGrp="1"/>
          </p:cNvSpPr>
          <p:nvPr>
            <p:ph sz="quarter" idx="4"/>
          </p:nvPr>
        </p:nvSpPr>
        <p:spPr>
          <a:xfrm>
            <a:off x="6172200" y="2505075"/>
            <a:ext cx="5183188" cy="368458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p:cNvSpPr>
            <a:spLocks noGrp="1"/>
          </p:cNvSpPr>
          <p:nvPr>
            <p:ph type="dt" sz="half" idx="10"/>
          </p:nvPr>
        </p:nvSpPr>
        <p:spPr/>
        <p:txBody>
          <a:bodyPr/>
          <a:lstStyle/>
          <a:p>
            <a:fld id="{3FDFAF59-80FD-42F8-B77B-6179688B7234}" type="datetimeFigureOut">
              <a:rPr lang="de-DE" smtClean="0"/>
              <a:t>26.10.2020</a:t>
            </a:fld>
            <a:endParaRPr lang="de-DE"/>
          </a:p>
        </p:txBody>
      </p:sp>
      <p:sp>
        <p:nvSpPr>
          <p:cNvPr id="8" name="Fußzeilenplatzhalter 7"/>
          <p:cNvSpPr>
            <a:spLocks noGrp="1"/>
          </p:cNvSpPr>
          <p:nvPr>
            <p:ph type="ftr" sz="quarter" idx="11"/>
          </p:nvPr>
        </p:nvSpPr>
        <p:spPr/>
        <p:txBody>
          <a:bodyPr/>
          <a:lstStyle/>
          <a:p>
            <a:endParaRPr lang="de-DE"/>
          </a:p>
        </p:txBody>
      </p:sp>
      <p:sp>
        <p:nvSpPr>
          <p:cNvPr id="9" name="Foliennummernplatzhalter 8"/>
          <p:cNvSpPr>
            <a:spLocks noGrp="1"/>
          </p:cNvSpPr>
          <p:nvPr>
            <p:ph type="sldNum" sz="quarter" idx="12"/>
          </p:nvPr>
        </p:nvSpPr>
        <p:spPr/>
        <p:txBody>
          <a:bodyPr/>
          <a:lstStyle/>
          <a:p>
            <a:fld id="{A4489FD0-501B-4C6F-9CB2-8996B7BF4EFE}" type="slidenum">
              <a:rPr lang="de-DE" smtClean="0"/>
              <a:t>‹#›</a:t>
            </a:fld>
            <a:endParaRPr lang="de-DE"/>
          </a:p>
        </p:txBody>
      </p:sp>
    </p:spTree>
    <p:extLst>
      <p:ext uri="{BB962C8B-B14F-4D97-AF65-F5344CB8AC3E}">
        <p14:creationId xmlns:p14="http://schemas.microsoft.com/office/powerpoint/2010/main" val="3413770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Datumsplatzhalter 2"/>
          <p:cNvSpPr>
            <a:spLocks noGrp="1"/>
          </p:cNvSpPr>
          <p:nvPr>
            <p:ph type="dt" sz="half" idx="10"/>
          </p:nvPr>
        </p:nvSpPr>
        <p:spPr/>
        <p:txBody>
          <a:bodyPr/>
          <a:lstStyle/>
          <a:p>
            <a:fld id="{3FDFAF59-80FD-42F8-B77B-6179688B7234}" type="datetimeFigureOut">
              <a:rPr lang="de-DE" smtClean="0"/>
              <a:t>26.10.2020</a:t>
            </a:fld>
            <a:endParaRPr lang="de-DE"/>
          </a:p>
        </p:txBody>
      </p:sp>
      <p:sp>
        <p:nvSpPr>
          <p:cNvPr id="4" name="Fußzeilenplatzhalter 3"/>
          <p:cNvSpPr>
            <a:spLocks noGrp="1"/>
          </p:cNvSpPr>
          <p:nvPr>
            <p:ph type="ftr" sz="quarter" idx="11"/>
          </p:nvPr>
        </p:nvSpPr>
        <p:spPr/>
        <p:txBody>
          <a:bodyPr/>
          <a:lstStyle/>
          <a:p>
            <a:endParaRPr lang="de-DE"/>
          </a:p>
        </p:txBody>
      </p:sp>
      <p:sp>
        <p:nvSpPr>
          <p:cNvPr id="5" name="Foliennummernplatzhalter 4"/>
          <p:cNvSpPr>
            <a:spLocks noGrp="1"/>
          </p:cNvSpPr>
          <p:nvPr>
            <p:ph type="sldNum" sz="quarter" idx="12"/>
          </p:nvPr>
        </p:nvSpPr>
        <p:spPr/>
        <p:txBody>
          <a:bodyPr/>
          <a:lstStyle/>
          <a:p>
            <a:fld id="{A4489FD0-501B-4C6F-9CB2-8996B7BF4EFE}" type="slidenum">
              <a:rPr lang="de-DE" smtClean="0"/>
              <a:t>‹#›</a:t>
            </a:fld>
            <a:endParaRPr lang="de-DE"/>
          </a:p>
        </p:txBody>
      </p:sp>
    </p:spTree>
    <p:extLst>
      <p:ext uri="{BB962C8B-B14F-4D97-AF65-F5344CB8AC3E}">
        <p14:creationId xmlns:p14="http://schemas.microsoft.com/office/powerpoint/2010/main" val="2440331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3FDFAF59-80FD-42F8-B77B-6179688B7234}" type="datetimeFigureOut">
              <a:rPr lang="de-DE" smtClean="0"/>
              <a:t>26.10.2020</a:t>
            </a:fld>
            <a:endParaRPr lang="de-DE"/>
          </a:p>
        </p:txBody>
      </p:sp>
      <p:sp>
        <p:nvSpPr>
          <p:cNvPr id="3" name="Fußzeilenplatzhalter 2"/>
          <p:cNvSpPr>
            <a:spLocks noGrp="1"/>
          </p:cNvSpPr>
          <p:nvPr>
            <p:ph type="ftr" sz="quarter" idx="11"/>
          </p:nvPr>
        </p:nvSpPr>
        <p:spPr/>
        <p:txBody>
          <a:bodyPr/>
          <a:lstStyle/>
          <a:p>
            <a:endParaRPr lang="de-DE"/>
          </a:p>
        </p:txBody>
      </p:sp>
      <p:sp>
        <p:nvSpPr>
          <p:cNvPr id="4" name="Foliennummernplatzhalter 3"/>
          <p:cNvSpPr>
            <a:spLocks noGrp="1"/>
          </p:cNvSpPr>
          <p:nvPr>
            <p:ph type="sldNum" sz="quarter" idx="12"/>
          </p:nvPr>
        </p:nvSpPr>
        <p:spPr/>
        <p:txBody>
          <a:bodyPr/>
          <a:lstStyle/>
          <a:p>
            <a:fld id="{A4489FD0-501B-4C6F-9CB2-8996B7BF4EFE}" type="slidenum">
              <a:rPr lang="de-DE" smtClean="0"/>
              <a:t>‹#›</a:t>
            </a:fld>
            <a:endParaRPr lang="de-DE"/>
          </a:p>
        </p:txBody>
      </p:sp>
    </p:spTree>
    <p:extLst>
      <p:ext uri="{BB962C8B-B14F-4D97-AF65-F5344CB8AC3E}">
        <p14:creationId xmlns:p14="http://schemas.microsoft.com/office/powerpoint/2010/main" val="3061956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p>
        </p:txBody>
      </p:sp>
      <p:sp>
        <p:nvSpPr>
          <p:cNvPr id="3" name="Inhaltsplatzhalt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5" name="Datumsplatzhalter 4"/>
          <p:cNvSpPr>
            <a:spLocks noGrp="1"/>
          </p:cNvSpPr>
          <p:nvPr>
            <p:ph type="dt" sz="half" idx="10"/>
          </p:nvPr>
        </p:nvSpPr>
        <p:spPr/>
        <p:txBody>
          <a:bodyPr/>
          <a:lstStyle/>
          <a:p>
            <a:fld id="{3FDFAF59-80FD-42F8-B77B-6179688B7234}" type="datetimeFigureOut">
              <a:rPr lang="de-DE" smtClean="0"/>
              <a:t>26.10.2020</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A4489FD0-501B-4C6F-9CB2-8996B7BF4EFE}" type="slidenum">
              <a:rPr lang="de-DE" smtClean="0"/>
              <a:t>‹#›</a:t>
            </a:fld>
            <a:endParaRPr lang="de-DE"/>
          </a:p>
        </p:txBody>
      </p:sp>
    </p:spTree>
    <p:extLst>
      <p:ext uri="{BB962C8B-B14F-4D97-AF65-F5344CB8AC3E}">
        <p14:creationId xmlns:p14="http://schemas.microsoft.com/office/powerpoint/2010/main" val="3616004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p>
        </p:txBody>
      </p:sp>
      <p:sp>
        <p:nvSpPr>
          <p:cNvPr id="3" name="Bildplatzhalt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5" name="Datumsplatzhalter 4"/>
          <p:cNvSpPr>
            <a:spLocks noGrp="1"/>
          </p:cNvSpPr>
          <p:nvPr>
            <p:ph type="dt" sz="half" idx="10"/>
          </p:nvPr>
        </p:nvSpPr>
        <p:spPr/>
        <p:txBody>
          <a:bodyPr/>
          <a:lstStyle/>
          <a:p>
            <a:fld id="{3FDFAF59-80FD-42F8-B77B-6179688B7234}" type="datetimeFigureOut">
              <a:rPr lang="de-DE" smtClean="0"/>
              <a:t>26.10.2020</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A4489FD0-501B-4C6F-9CB2-8996B7BF4EFE}" type="slidenum">
              <a:rPr lang="de-DE" smtClean="0"/>
              <a:t>‹#›</a:t>
            </a:fld>
            <a:endParaRPr lang="de-DE"/>
          </a:p>
        </p:txBody>
      </p:sp>
    </p:spTree>
    <p:extLst>
      <p:ext uri="{BB962C8B-B14F-4D97-AF65-F5344CB8AC3E}">
        <p14:creationId xmlns:p14="http://schemas.microsoft.com/office/powerpoint/2010/main" val="11268987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3FDFAF59-80FD-42F8-B77B-6179688B7234}" type="datetimeFigureOut">
              <a:rPr lang="de-DE" smtClean="0"/>
              <a:t>26.10.2020</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A4489FD0-501B-4C6F-9CB2-8996B7BF4EFE}" type="slidenum">
              <a:rPr lang="de-DE" smtClean="0"/>
              <a:t>‹#›</a:t>
            </a:fld>
            <a:endParaRPr lang="de-DE"/>
          </a:p>
        </p:txBody>
      </p:sp>
    </p:spTree>
    <p:extLst>
      <p:ext uri="{BB962C8B-B14F-4D97-AF65-F5344CB8AC3E}">
        <p14:creationId xmlns:p14="http://schemas.microsoft.com/office/powerpoint/2010/main" val="2646635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8724900" y="365125"/>
            <a:ext cx="2628900" cy="5811838"/>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838200" y="365125"/>
            <a:ext cx="7734300" cy="5811838"/>
          </a:xfrm>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3FDFAF59-80FD-42F8-B77B-6179688B7234}" type="datetimeFigureOut">
              <a:rPr lang="de-DE" smtClean="0"/>
              <a:t>26.10.2020</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A4489FD0-501B-4C6F-9CB2-8996B7BF4EFE}" type="slidenum">
              <a:rPr lang="de-DE" smtClean="0"/>
              <a:t>‹#›</a:t>
            </a:fld>
            <a:endParaRPr lang="de-DE"/>
          </a:p>
        </p:txBody>
      </p:sp>
    </p:spTree>
    <p:extLst>
      <p:ext uri="{BB962C8B-B14F-4D97-AF65-F5344CB8AC3E}">
        <p14:creationId xmlns:p14="http://schemas.microsoft.com/office/powerpoint/2010/main" val="2947111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EEF0"/>
        </a:solidFill>
        <a:effectLst/>
      </p:bgPr>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DFAF59-80FD-42F8-B77B-6179688B7234}" type="datetimeFigureOut">
              <a:rPr lang="de-DE" smtClean="0"/>
              <a:t>26.10.2020</a:t>
            </a:fld>
            <a:endParaRPr lang="de-DE"/>
          </a:p>
        </p:txBody>
      </p:sp>
      <p:sp>
        <p:nvSpPr>
          <p:cNvPr id="5" name="Fußzeilenplatzhalt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489FD0-501B-4C6F-9CB2-8996B7BF4EFE}" type="slidenum">
              <a:rPr lang="de-DE" smtClean="0"/>
              <a:t>‹#›</a:t>
            </a:fld>
            <a:endParaRPr lang="de-DE"/>
          </a:p>
        </p:txBody>
      </p:sp>
    </p:spTree>
    <p:extLst>
      <p:ext uri="{BB962C8B-B14F-4D97-AF65-F5344CB8AC3E}">
        <p14:creationId xmlns:p14="http://schemas.microsoft.com/office/powerpoint/2010/main" val="37318752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BalaMurali287/MyDatasets/blob/master/diabetes.csv" TargetMode="External"/><Relationship Id="rId7" Type="http://schemas.openxmlformats.org/officeDocument/2006/relationships/hyperlink" Target="https://pubmed.ncbi.nlm.nih.gov/16595076/"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science.sciencemag.org/content/349/6245/255" TargetMode="External"/><Relationship Id="rId5" Type="http://schemas.openxmlformats.org/officeDocument/2006/relationships/hyperlink" Target="https://www.researchgate.net/publication/320147586_Personal_Discovery_in_Diabetes_Self-Management_Discovering_Cause_and_Effect_Using_Self-Monitoring_Data" TargetMode="External"/><Relationship Id="rId4" Type="http://schemas.openxmlformats.org/officeDocument/2006/relationships/hyperlink" Target="https://www.longdom.org/open-access/late-stage-complications-of-diabetes-and-insulin-resistance-2155-6156.1000167.pdf" TargetMode="Externa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1.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 xmlns:a16="http://schemas.microsoft.com/office/drawing/2014/main" id="{9EB0FD16-689C-476C-8309-C7173C257513}"/>
              </a:ext>
            </a:extLst>
          </p:cNvPr>
          <p:cNvSpPr txBox="1"/>
          <p:nvPr/>
        </p:nvSpPr>
        <p:spPr>
          <a:xfrm>
            <a:off x="3866767" y="1540851"/>
            <a:ext cx="7431316" cy="2862322"/>
          </a:xfrm>
          <a:prstGeom prst="rect">
            <a:avLst/>
          </a:prstGeom>
          <a:noFill/>
        </p:spPr>
        <p:txBody>
          <a:bodyPr wrap="square" rtlCol="0">
            <a:spAutoFit/>
          </a:bodyPr>
          <a:lstStyle/>
          <a:p>
            <a:pPr algn="ctr"/>
            <a:r>
              <a:rPr lang="en-US" sz="6000" b="1" dirty="0" smtClean="0">
                <a:solidFill>
                  <a:srgbClr val="FF5969"/>
                </a:solidFill>
                <a:latin typeface="Tw Cen MT" panose="020B0602020104020603" pitchFamily="34" charset="0"/>
              </a:rPr>
              <a:t>Predictive Modeling </a:t>
            </a:r>
            <a:r>
              <a:rPr lang="en-US" sz="6000" b="1" dirty="0">
                <a:solidFill>
                  <a:srgbClr val="FF5969"/>
                </a:solidFill>
                <a:latin typeface="Tw Cen MT" panose="020B0602020104020603" pitchFamily="34" charset="0"/>
              </a:rPr>
              <a:t>A</a:t>
            </a:r>
            <a:r>
              <a:rPr lang="en-US" sz="6000" b="1" dirty="0" smtClean="0">
                <a:solidFill>
                  <a:srgbClr val="FF5969"/>
                </a:solidFill>
                <a:latin typeface="Tw Cen MT" panose="020B0602020104020603" pitchFamily="34" charset="0"/>
              </a:rPr>
              <a:t>nd </a:t>
            </a:r>
            <a:r>
              <a:rPr lang="en-US" sz="6000" b="1" dirty="0">
                <a:solidFill>
                  <a:srgbClr val="FF5969"/>
                </a:solidFill>
                <a:latin typeface="Tw Cen MT" panose="020B0602020104020603" pitchFamily="34" charset="0"/>
              </a:rPr>
              <a:t>A</a:t>
            </a:r>
            <a:r>
              <a:rPr lang="en-US" sz="6000" b="1" dirty="0" smtClean="0">
                <a:solidFill>
                  <a:srgbClr val="FF5969"/>
                </a:solidFill>
                <a:latin typeface="Tw Cen MT" panose="020B0602020104020603" pitchFamily="34" charset="0"/>
              </a:rPr>
              <a:t>nalytics For Diabetes </a:t>
            </a:r>
            <a:endParaRPr lang="en-US" sz="2000" b="1" dirty="0">
              <a:solidFill>
                <a:srgbClr val="FF5969"/>
              </a:solidFill>
              <a:latin typeface="Tw Cen MT" panose="020B0602020104020603" pitchFamily="34" charset="0"/>
            </a:endParaRPr>
          </a:p>
        </p:txBody>
      </p:sp>
      <p:grpSp>
        <p:nvGrpSpPr>
          <p:cNvPr id="19" name="Group 18">
            <a:extLst>
              <a:ext uri="{FF2B5EF4-FFF2-40B4-BE49-F238E27FC236}">
                <a16:creationId xmlns="" xmlns:a16="http://schemas.microsoft.com/office/drawing/2014/main" id="{C8A16B82-6A3C-46F5-8D32-072FDF89864A}"/>
              </a:ext>
            </a:extLst>
          </p:cNvPr>
          <p:cNvGrpSpPr/>
          <p:nvPr/>
        </p:nvGrpSpPr>
        <p:grpSpPr>
          <a:xfrm>
            <a:off x="-9302800" y="0"/>
            <a:ext cx="12482920" cy="6858000"/>
            <a:chOff x="-290920" y="0"/>
            <a:chExt cx="12482920" cy="6858000"/>
          </a:xfrm>
        </p:grpSpPr>
        <p:sp>
          <p:nvSpPr>
            <p:cNvPr id="20" name="Rectangle 19">
              <a:extLst>
                <a:ext uri="{FF2B5EF4-FFF2-40B4-BE49-F238E27FC236}">
                  <a16:creationId xmlns="" xmlns:a16="http://schemas.microsoft.com/office/drawing/2014/main" id="{2F391CEE-E392-4A9D-BD11-6954B994FB42}"/>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 xmlns:a16="http://schemas.microsoft.com/office/drawing/2014/main" id="{7AC43ACA-5000-40E2-80D3-19833F9F1A3F}"/>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 xmlns:a16="http://schemas.microsoft.com/office/drawing/2014/main" id="{BE022673-C77C-4E8F-AF41-8B283703E87E}"/>
                </a:ext>
              </a:extLst>
            </p:cNvPr>
            <p:cNvSpPr txBox="1"/>
            <p:nvPr/>
          </p:nvSpPr>
          <p:spPr>
            <a:xfrm rot="16200000">
              <a:off x="10872792" y="3194734"/>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About</a:t>
              </a:r>
            </a:p>
          </p:txBody>
        </p:sp>
        <p:pic>
          <p:nvPicPr>
            <p:cNvPr id="23" name="Picture 22">
              <a:extLst>
                <a:ext uri="{FF2B5EF4-FFF2-40B4-BE49-F238E27FC236}">
                  <a16:creationId xmlns="" xmlns:a16="http://schemas.microsoft.com/office/drawing/2014/main" id="{E8AD023B-AE8D-405F-90E6-27B0D470799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24" name="Group 23">
            <a:extLst>
              <a:ext uri="{FF2B5EF4-FFF2-40B4-BE49-F238E27FC236}">
                <a16:creationId xmlns="" xmlns:a16="http://schemas.microsoft.com/office/drawing/2014/main" id="{69A27401-3327-4871-86AC-B461CA62C3AC}"/>
              </a:ext>
            </a:extLst>
          </p:cNvPr>
          <p:cNvGrpSpPr/>
          <p:nvPr/>
        </p:nvGrpSpPr>
        <p:grpSpPr>
          <a:xfrm>
            <a:off x="-8798784" y="0"/>
            <a:ext cx="11468511" cy="6858000"/>
            <a:chOff x="213096" y="0"/>
            <a:chExt cx="11468511" cy="6858000"/>
          </a:xfrm>
        </p:grpSpPr>
        <p:sp>
          <p:nvSpPr>
            <p:cNvPr id="25" name="Rectangle 24">
              <a:extLst>
                <a:ext uri="{FF2B5EF4-FFF2-40B4-BE49-F238E27FC236}">
                  <a16:creationId xmlns="" xmlns:a16="http://schemas.microsoft.com/office/drawing/2014/main" id="{706C029B-A799-4206-A656-A006D8F83990}"/>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 xmlns:a16="http://schemas.microsoft.com/office/drawing/2014/main" id="{63328131-EC42-4D6D-A247-91FD3D23E58C}"/>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 xmlns:a16="http://schemas.microsoft.com/office/drawing/2014/main" id="{3A728384-87ED-4E87-8F78-97EB653FDC67}"/>
                </a:ext>
              </a:extLst>
            </p:cNvPr>
            <p:cNvSpPr txBox="1"/>
            <p:nvPr/>
          </p:nvSpPr>
          <p:spPr>
            <a:xfrm rot="16200000">
              <a:off x="10423954" y="3251162"/>
              <a:ext cx="1992086" cy="523220"/>
            </a:xfrm>
            <a:prstGeom prst="rect">
              <a:avLst/>
            </a:prstGeom>
            <a:noFill/>
          </p:spPr>
          <p:txBody>
            <a:bodyPr wrap="square" rtlCol="0">
              <a:spAutoFit/>
            </a:bodyPr>
            <a:lstStyle/>
            <a:p>
              <a:pPr algn="ctr"/>
              <a:r>
                <a:rPr lang="en-US" sz="2800" b="1" dirty="0" smtClean="0">
                  <a:solidFill>
                    <a:srgbClr val="F0EEF0"/>
                  </a:solidFill>
                  <a:latin typeface="Tw Cen MT" panose="020B0602020104020603" pitchFamily="34" charset="0"/>
                </a:rPr>
                <a:t>Scenario</a:t>
              </a:r>
              <a:endParaRPr lang="en-US" sz="2800" b="1" dirty="0">
                <a:solidFill>
                  <a:srgbClr val="F0EEF0"/>
                </a:solidFill>
                <a:latin typeface="Tw Cen MT" panose="020B0602020104020603" pitchFamily="34" charset="0"/>
              </a:endParaRPr>
            </a:p>
          </p:txBody>
        </p:sp>
        <p:pic>
          <p:nvPicPr>
            <p:cNvPr id="28" name="Picture 27">
              <a:extLst>
                <a:ext uri="{FF2B5EF4-FFF2-40B4-BE49-F238E27FC236}">
                  <a16:creationId xmlns="" xmlns:a16="http://schemas.microsoft.com/office/drawing/2014/main" id="{2B44F548-697F-412D-9B99-861C2724638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29" name="Group 28">
            <a:extLst>
              <a:ext uri="{FF2B5EF4-FFF2-40B4-BE49-F238E27FC236}">
                <a16:creationId xmlns="" xmlns:a16="http://schemas.microsoft.com/office/drawing/2014/main" id="{C0099890-786A-4F87-960D-5DADE5168909}"/>
              </a:ext>
            </a:extLst>
          </p:cNvPr>
          <p:cNvGrpSpPr/>
          <p:nvPr/>
        </p:nvGrpSpPr>
        <p:grpSpPr>
          <a:xfrm>
            <a:off x="-7847639" y="0"/>
            <a:ext cx="10227850" cy="6858000"/>
            <a:chOff x="491575" y="0"/>
            <a:chExt cx="10227850" cy="6858000"/>
          </a:xfrm>
        </p:grpSpPr>
        <p:sp>
          <p:nvSpPr>
            <p:cNvPr id="30" name="Rectangle 29">
              <a:extLst>
                <a:ext uri="{FF2B5EF4-FFF2-40B4-BE49-F238E27FC236}">
                  <a16:creationId xmlns="" xmlns:a16="http://schemas.microsoft.com/office/drawing/2014/main" id="{CE9AAB1E-3A13-4745-A574-9EE6806378C9}"/>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 xmlns:a16="http://schemas.microsoft.com/office/drawing/2014/main" id="{1BC0F905-3F71-4932-B130-39D508C4D117}"/>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Box 31">
              <a:extLst>
                <a:ext uri="{FF2B5EF4-FFF2-40B4-BE49-F238E27FC236}">
                  <a16:creationId xmlns="" xmlns:a16="http://schemas.microsoft.com/office/drawing/2014/main" id="{93EC5869-A976-4328-A864-2BB04E7E7BFC}"/>
                </a:ext>
              </a:extLst>
            </p:cNvPr>
            <p:cNvSpPr txBox="1"/>
            <p:nvPr/>
          </p:nvSpPr>
          <p:spPr>
            <a:xfrm rot="16200000">
              <a:off x="9307884" y="3102400"/>
              <a:ext cx="1992086" cy="830997"/>
            </a:xfrm>
            <a:prstGeom prst="rect">
              <a:avLst/>
            </a:prstGeom>
            <a:noFill/>
          </p:spPr>
          <p:txBody>
            <a:bodyPr wrap="square" rtlCol="0">
              <a:spAutoFit/>
            </a:bodyPr>
            <a:lstStyle/>
            <a:p>
              <a:pPr algn="ctr"/>
              <a:r>
                <a:rPr lang="en-US" sz="2400" b="1" dirty="0" smtClean="0">
                  <a:solidFill>
                    <a:srgbClr val="F0EEF0"/>
                  </a:solidFill>
                  <a:latin typeface="Tw Cen MT" panose="020B0602020104020603" pitchFamily="34" charset="0"/>
                </a:rPr>
                <a:t>Objective</a:t>
              </a:r>
              <a:endParaRPr lang="en-US" sz="2400" b="1" dirty="0">
                <a:solidFill>
                  <a:srgbClr val="F0EEF0"/>
                </a:solidFill>
                <a:latin typeface="Tw Cen MT" panose="020B0602020104020603" pitchFamily="34" charset="0"/>
              </a:endParaRPr>
            </a:p>
            <a:p>
              <a:pPr algn="ctr"/>
              <a:endParaRPr lang="en-US" sz="2400" b="1" dirty="0">
                <a:solidFill>
                  <a:srgbClr val="F0EEF0"/>
                </a:solidFill>
                <a:latin typeface="Tw Cen MT" panose="020B0602020104020603" pitchFamily="34" charset="0"/>
              </a:endParaRPr>
            </a:p>
          </p:txBody>
        </p:sp>
        <p:pic>
          <p:nvPicPr>
            <p:cNvPr id="33" name="Picture 32">
              <a:extLst>
                <a:ext uri="{FF2B5EF4-FFF2-40B4-BE49-F238E27FC236}">
                  <a16:creationId xmlns="" xmlns:a16="http://schemas.microsoft.com/office/drawing/2014/main" id="{7C8E4AB7-ADC0-4FEE-AE7A-994F5DAD3FE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34" name="Group 33">
            <a:extLst>
              <a:ext uri="{FF2B5EF4-FFF2-40B4-BE49-F238E27FC236}">
                <a16:creationId xmlns="" xmlns:a16="http://schemas.microsoft.com/office/drawing/2014/main" id="{0E4F6447-6163-4D6A-A8D2-BD63B6CB3A42}"/>
              </a:ext>
            </a:extLst>
          </p:cNvPr>
          <p:cNvGrpSpPr/>
          <p:nvPr/>
        </p:nvGrpSpPr>
        <p:grpSpPr>
          <a:xfrm>
            <a:off x="-7985197" y="0"/>
            <a:ext cx="9574094" cy="6858000"/>
            <a:chOff x="491575" y="0"/>
            <a:chExt cx="9574094" cy="6858000"/>
          </a:xfrm>
        </p:grpSpPr>
        <p:sp>
          <p:nvSpPr>
            <p:cNvPr id="35" name="Rectangle 34">
              <a:extLst>
                <a:ext uri="{FF2B5EF4-FFF2-40B4-BE49-F238E27FC236}">
                  <a16:creationId xmlns="" xmlns:a16="http://schemas.microsoft.com/office/drawing/2014/main" id="{5CB8CB55-9DEC-4367-900E-7257FE1B874F}"/>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 xmlns:a16="http://schemas.microsoft.com/office/drawing/2014/main" id="{9DBAEDD6-7153-4AFF-BDC7-5A225B4B5642}"/>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 xmlns:a16="http://schemas.microsoft.com/office/drawing/2014/main" id="{12F9D37B-DE70-4087-8A7F-BBA0BAF5B6CF}"/>
                </a:ext>
              </a:extLst>
            </p:cNvPr>
            <p:cNvSpPr txBox="1"/>
            <p:nvPr/>
          </p:nvSpPr>
          <p:spPr>
            <a:xfrm rot="16200000">
              <a:off x="8791886" y="3281940"/>
              <a:ext cx="1992086" cy="461665"/>
            </a:xfrm>
            <a:prstGeom prst="rect">
              <a:avLst/>
            </a:prstGeom>
            <a:noFill/>
          </p:spPr>
          <p:txBody>
            <a:bodyPr wrap="square" rtlCol="0">
              <a:spAutoFit/>
            </a:bodyPr>
            <a:lstStyle/>
            <a:p>
              <a:pPr algn="ctr"/>
              <a:r>
                <a:rPr lang="en-US" sz="2400" b="1" dirty="0" smtClean="0">
                  <a:solidFill>
                    <a:srgbClr val="F0EEF0"/>
                  </a:solidFill>
                  <a:latin typeface="Tw Cen MT" panose="020B0602020104020603" pitchFamily="34" charset="0"/>
                </a:rPr>
                <a:t>Algorithm</a:t>
              </a:r>
              <a:endParaRPr lang="en-US" sz="2400" b="1" dirty="0">
                <a:solidFill>
                  <a:srgbClr val="F0EEF0"/>
                </a:solidFill>
                <a:latin typeface="Tw Cen MT" panose="020B0602020104020603" pitchFamily="34" charset="0"/>
              </a:endParaRPr>
            </a:p>
          </p:txBody>
        </p:sp>
        <p:pic>
          <p:nvPicPr>
            <p:cNvPr id="38" name="Picture 37">
              <a:extLst>
                <a:ext uri="{FF2B5EF4-FFF2-40B4-BE49-F238E27FC236}">
                  <a16:creationId xmlns="" xmlns:a16="http://schemas.microsoft.com/office/drawing/2014/main" id="{6FA13E8D-3FCC-4EC2-BD8C-6CE7CA0ECD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sp>
        <p:nvSpPr>
          <p:cNvPr id="39" name="Rectangle 38">
            <a:extLst>
              <a:ext uri="{FF2B5EF4-FFF2-40B4-BE49-F238E27FC236}">
                <a16:creationId xmlns="" xmlns:a16="http://schemas.microsoft.com/office/drawing/2014/main" id="{71382190-201C-4BAE-91F3-296A26671C96}"/>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 xmlns:a16="http://schemas.microsoft.com/office/drawing/2014/main" id="{3FD3EE0D-FD02-4885-9AC0-03F414A9888F}"/>
              </a:ext>
            </a:extLst>
          </p:cNvPr>
          <p:cNvGrpSpPr/>
          <p:nvPr/>
        </p:nvGrpSpPr>
        <p:grpSpPr>
          <a:xfrm>
            <a:off x="-7638543" y="-1"/>
            <a:ext cx="8692331" cy="6858000"/>
            <a:chOff x="718505" y="-1"/>
            <a:chExt cx="8692331" cy="6858000"/>
          </a:xfrm>
        </p:grpSpPr>
        <p:sp>
          <p:nvSpPr>
            <p:cNvPr id="41" name="Rectangle 40">
              <a:extLst>
                <a:ext uri="{FF2B5EF4-FFF2-40B4-BE49-F238E27FC236}">
                  <a16:creationId xmlns="" xmlns:a16="http://schemas.microsoft.com/office/drawing/2014/main" id="{60A9D552-2EF0-4DB4-9DC6-F52F2FD55E3C}"/>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 xmlns:a16="http://schemas.microsoft.com/office/drawing/2014/main" id="{DA27D1F1-923F-4591-A07A-39E775B734F9}"/>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42">
              <a:extLst>
                <a:ext uri="{FF2B5EF4-FFF2-40B4-BE49-F238E27FC236}">
                  <a16:creationId xmlns="" xmlns:a16="http://schemas.microsoft.com/office/drawing/2014/main" id="{0E895421-2372-4C7F-93D2-3B0353A6E7BD}"/>
                </a:ext>
              </a:extLst>
            </p:cNvPr>
            <p:cNvSpPr txBox="1"/>
            <p:nvPr/>
          </p:nvSpPr>
          <p:spPr>
            <a:xfrm rot="16200000">
              <a:off x="8091629" y="3251164"/>
              <a:ext cx="1992086" cy="523220"/>
            </a:xfrm>
            <a:prstGeom prst="rect">
              <a:avLst/>
            </a:prstGeom>
            <a:noFill/>
          </p:spPr>
          <p:txBody>
            <a:bodyPr wrap="square" rtlCol="0">
              <a:spAutoFit/>
            </a:bodyPr>
            <a:lstStyle/>
            <a:p>
              <a:pPr algn="ctr"/>
              <a:r>
                <a:rPr lang="en-US" sz="2800" b="1" dirty="0">
                  <a:solidFill>
                    <a:srgbClr val="F0EEF0"/>
                  </a:solidFill>
                  <a:latin typeface="Tw Cen MT" panose="020B0602020104020603" pitchFamily="34" charset="0"/>
                </a:rPr>
                <a:t>Conclusion</a:t>
              </a:r>
            </a:p>
          </p:txBody>
        </p:sp>
        <p:pic>
          <p:nvPicPr>
            <p:cNvPr id="44" name="Picture 43">
              <a:extLst>
                <a:ext uri="{FF2B5EF4-FFF2-40B4-BE49-F238E27FC236}">
                  <a16:creationId xmlns="" xmlns:a16="http://schemas.microsoft.com/office/drawing/2014/main" id="{1A9D6167-F7B8-4BFF-8BC5-2D13EF0CFF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45" name="Group 44">
            <a:extLst>
              <a:ext uri="{FF2B5EF4-FFF2-40B4-BE49-F238E27FC236}">
                <a16:creationId xmlns="" xmlns:a16="http://schemas.microsoft.com/office/drawing/2014/main" id="{76789F00-2688-429D-926C-15F83152FDBE}"/>
              </a:ext>
            </a:extLst>
          </p:cNvPr>
          <p:cNvGrpSpPr/>
          <p:nvPr/>
        </p:nvGrpSpPr>
        <p:grpSpPr>
          <a:xfrm>
            <a:off x="-9395082" y="-1"/>
            <a:ext cx="9927504" cy="6858000"/>
            <a:chOff x="-9337032" y="-1"/>
            <a:chExt cx="9927504" cy="6858000"/>
          </a:xfrm>
        </p:grpSpPr>
        <p:sp>
          <p:nvSpPr>
            <p:cNvPr id="46" name="Rectangle 45">
              <a:extLst>
                <a:ext uri="{FF2B5EF4-FFF2-40B4-BE49-F238E27FC236}">
                  <a16:creationId xmlns="" xmlns:a16="http://schemas.microsoft.com/office/drawing/2014/main" id="{FF862AB6-114D-4C6A-B849-5A11B3650265}"/>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Freeform: Shape 46">
              <a:extLst>
                <a:ext uri="{FF2B5EF4-FFF2-40B4-BE49-F238E27FC236}">
                  <a16:creationId xmlns="" xmlns:a16="http://schemas.microsoft.com/office/drawing/2014/main" id="{30105858-8A3E-4676-96A7-18C1A74E36F4}"/>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TextBox 47">
              <a:extLst>
                <a:ext uri="{FF2B5EF4-FFF2-40B4-BE49-F238E27FC236}">
                  <a16:creationId xmlns="" xmlns:a16="http://schemas.microsoft.com/office/drawing/2014/main" id="{8A634BD7-1512-45B6-AFE4-1EEA636625CB}"/>
                </a:ext>
              </a:extLst>
            </p:cNvPr>
            <p:cNvSpPr txBox="1"/>
            <p:nvPr/>
          </p:nvSpPr>
          <p:spPr>
            <a:xfrm rot="16200000">
              <a:off x="-738260" y="3189608"/>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Thank u</a:t>
              </a:r>
            </a:p>
          </p:txBody>
        </p:sp>
        <p:pic>
          <p:nvPicPr>
            <p:cNvPr id="49" name="Picture 48">
              <a:extLst>
                <a:ext uri="{FF2B5EF4-FFF2-40B4-BE49-F238E27FC236}">
                  <a16:creationId xmlns="" xmlns:a16="http://schemas.microsoft.com/office/drawing/2014/main" id="{F08704A4-CABE-4989-8BF7-C10A6BB40E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sp>
        <p:nvSpPr>
          <p:cNvPr id="2" name="TextBox 1"/>
          <p:cNvSpPr txBox="1"/>
          <p:nvPr/>
        </p:nvSpPr>
        <p:spPr>
          <a:xfrm>
            <a:off x="4487780" y="5049226"/>
            <a:ext cx="3898231" cy="830997"/>
          </a:xfrm>
          <a:prstGeom prst="rect">
            <a:avLst/>
          </a:prstGeom>
          <a:noFill/>
        </p:spPr>
        <p:txBody>
          <a:bodyPr wrap="square" rtlCol="0">
            <a:spAutoFit/>
          </a:bodyPr>
          <a:lstStyle/>
          <a:p>
            <a:r>
              <a:rPr lang="en-IN" sz="4800" b="1" dirty="0" smtClean="0">
                <a:latin typeface="Tw Cen MT" pitchFamily="34" charset="0"/>
              </a:rPr>
              <a:t>Project.ID :12</a:t>
            </a:r>
            <a:endParaRPr lang="en-IN" sz="4800" b="1" dirty="0">
              <a:latin typeface="Tw Cen MT" pitchFamily="34" charset="0"/>
            </a:endParaRPr>
          </a:p>
        </p:txBody>
      </p:sp>
    </p:spTree>
    <p:extLst>
      <p:ext uri="{BB962C8B-B14F-4D97-AF65-F5344CB8AC3E}">
        <p14:creationId xmlns:p14="http://schemas.microsoft.com/office/powerpoint/2010/main" val="75866100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49">
            <a:extLst>
              <a:ext uri="{FF2B5EF4-FFF2-40B4-BE49-F238E27FC236}">
                <a16:creationId xmlns="" xmlns:a16="http://schemas.microsoft.com/office/drawing/2014/main" id="{066ACF4C-6F8C-46FC-8362-2E05C90EEAFA}"/>
              </a:ext>
            </a:extLst>
          </p:cNvPr>
          <p:cNvGrpSpPr/>
          <p:nvPr/>
        </p:nvGrpSpPr>
        <p:grpSpPr>
          <a:xfrm>
            <a:off x="-290920" y="0"/>
            <a:ext cx="12482920" cy="6858000"/>
            <a:chOff x="-290920" y="0"/>
            <a:chExt cx="12482920" cy="6858000"/>
          </a:xfrm>
        </p:grpSpPr>
        <p:sp>
          <p:nvSpPr>
            <p:cNvPr id="51" name="Rectangle 50">
              <a:extLst>
                <a:ext uri="{FF2B5EF4-FFF2-40B4-BE49-F238E27FC236}">
                  <a16:creationId xmlns="" xmlns:a16="http://schemas.microsoft.com/office/drawing/2014/main" id="{4F373113-18F1-4443-9A8E-5EF06C1D2FEA}"/>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Shape 51">
              <a:extLst>
                <a:ext uri="{FF2B5EF4-FFF2-40B4-BE49-F238E27FC236}">
                  <a16:creationId xmlns="" xmlns:a16="http://schemas.microsoft.com/office/drawing/2014/main" id="{8F99D053-FB83-41F1-B2CB-C10918BC99BC}"/>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 xmlns:a16="http://schemas.microsoft.com/office/drawing/2014/main" id="{7F4373C1-3934-47C3-8F36-E2FB2615CA87}"/>
                </a:ext>
              </a:extLst>
            </p:cNvPr>
            <p:cNvSpPr txBox="1"/>
            <p:nvPr/>
          </p:nvSpPr>
          <p:spPr>
            <a:xfrm rot="16200000">
              <a:off x="10872792" y="3194734"/>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about</a:t>
              </a:r>
            </a:p>
          </p:txBody>
        </p:sp>
        <p:pic>
          <p:nvPicPr>
            <p:cNvPr id="54" name="Picture 53">
              <a:extLst>
                <a:ext uri="{FF2B5EF4-FFF2-40B4-BE49-F238E27FC236}">
                  <a16:creationId xmlns="" xmlns:a16="http://schemas.microsoft.com/office/drawing/2014/main" id="{5A5E18E8-5A3E-4F1D-8254-6193AA55C07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55" name="Group 54">
            <a:extLst>
              <a:ext uri="{FF2B5EF4-FFF2-40B4-BE49-F238E27FC236}">
                <a16:creationId xmlns="" xmlns:a16="http://schemas.microsoft.com/office/drawing/2014/main" id="{150C247F-7990-4945-869D-5E2A900F477F}"/>
              </a:ext>
            </a:extLst>
          </p:cNvPr>
          <p:cNvGrpSpPr/>
          <p:nvPr/>
        </p:nvGrpSpPr>
        <p:grpSpPr>
          <a:xfrm>
            <a:off x="-8798784" y="0"/>
            <a:ext cx="11468936" cy="6858000"/>
            <a:chOff x="213096" y="0"/>
            <a:chExt cx="11468936" cy="6858000"/>
          </a:xfrm>
        </p:grpSpPr>
        <p:sp>
          <p:nvSpPr>
            <p:cNvPr id="56" name="Rectangle 55">
              <a:extLst>
                <a:ext uri="{FF2B5EF4-FFF2-40B4-BE49-F238E27FC236}">
                  <a16:creationId xmlns="" xmlns:a16="http://schemas.microsoft.com/office/drawing/2014/main" id="{6D2C93AC-EBE3-4E67-A867-76D5D6BEDB10}"/>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Freeform: Shape 56">
              <a:extLst>
                <a:ext uri="{FF2B5EF4-FFF2-40B4-BE49-F238E27FC236}">
                  <a16:creationId xmlns="" xmlns:a16="http://schemas.microsoft.com/office/drawing/2014/main" id="{35DBD2B9-E73C-4AE9-91C9-698379867E98}"/>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Box 57">
              <a:extLst>
                <a:ext uri="{FF2B5EF4-FFF2-40B4-BE49-F238E27FC236}">
                  <a16:creationId xmlns="" xmlns:a16="http://schemas.microsoft.com/office/drawing/2014/main" id="{CD6BDC4B-8313-4203-9F42-C28AC214EB64}"/>
                </a:ext>
              </a:extLst>
            </p:cNvPr>
            <p:cNvSpPr txBox="1"/>
            <p:nvPr/>
          </p:nvSpPr>
          <p:spPr>
            <a:xfrm rot="16200000">
              <a:off x="10432074" y="3175083"/>
              <a:ext cx="1992086" cy="507831"/>
            </a:xfrm>
            <a:prstGeom prst="rect">
              <a:avLst/>
            </a:prstGeom>
            <a:noFill/>
          </p:spPr>
          <p:txBody>
            <a:bodyPr wrap="square" rtlCol="0">
              <a:spAutoFit/>
            </a:bodyPr>
            <a:lstStyle/>
            <a:p>
              <a:pPr algn="ctr"/>
              <a:r>
                <a:rPr lang="en-US" sz="2700" b="1" dirty="0" smtClean="0">
                  <a:solidFill>
                    <a:srgbClr val="F0EEF0"/>
                  </a:solidFill>
                  <a:latin typeface="Tw Cen MT" panose="020B0602020104020603" pitchFamily="34" charset="0"/>
                </a:rPr>
                <a:t>Scenario</a:t>
              </a:r>
              <a:endParaRPr lang="en-US" sz="2700" b="1" dirty="0">
                <a:solidFill>
                  <a:srgbClr val="F0EEF0"/>
                </a:solidFill>
                <a:latin typeface="Tw Cen MT" panose="020B0602020104020603" pitchFamily="34" charset="0"/>
              </a:endParaRPr>
            </a:p>
          </p:txBody>
        </p:sp>
        <p:pic>
          <p:nvPicPr>
            <p:cNvPr id="59" name="Picture 58">
              <a:extLst>
                <a:ext uri="{FF2B5EF4-FFF2-40B4-BE49-F238E27FC236}">
                  <a16:creationId xmlns="" xmlns:a16="http://schemas.microsoft.com/office/drawing/2014/main" id="{44037FC5-8E34-4772-9A87-813F2AD5E4D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60" name="Group 59">
            <a:extLst>
              <a:ext uri="{FF2B5EF4-FFF2-40B4-BE49-F238E27FC236}">
                <a16:creationId xmlns="" xmlns:a16="http://schemas.microsoft.com/office/drawing/2014/main" id="{BC916508-F80D-434E-B066-812949E5DB94}"/>
              </a:ext>
            </a:extLst>
          </p:cNvPr>
          <p:cNvGrpSpPr/>
          <p:nvPr/>
        </p:nvGrpSpPr>
        <p:grpSpPr>
          <a:xfrm>
            <a:off x="-7847639" y="0"/>
            <a:ext cx="10246470" cy="6858000"/>
            <a:chOff x="491575" y="0"/>
            <a:chExt cx="10246470" cy="6858000"/>
          </a:xfrm>
        </p:grpSpPr>
        <p:sp>
          <p:nvSpPr>
            <p:cNvPr id="61" name="Rectangle 60">
              <a:extLst>
                <a:ext uri="{FF2B5EF4-FFF2-40B4-BE49-F238E27FC236}">
                  <a16:creationId xmlns="" xmlns:a16="http://schemas.microsoft.com/office/drawing/2014/main" id="{CE9E3B68-B936-49FB-94D8-7AC0076CF488}"/>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reeform: Shape 61">
              <a:extLst>
                <a:ext uri="{FF2B5EF4-FFF2-40B4-BE49-F238E27FC236}">
                  <a16:creationId xmlns="" xmlns:a16="http://schemas.microsoft.com/office/drawing/2014/main" id="{0D3F9516-66C4-44E6-9877-6C0374B5112C}"/>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 xmlns:a16="http://schemas.microsoft.com/office/drawing/2014/main" id="{32DF4D80-460D-4455-B80A-3BC0C6A12DA2}"/>
                </a:ext>
              </a:extLst>
            </p:cNvPr>
            <p:cNvSpPr txBox="1"/>
            <p:nvPr/>
          </p:nvSpPr>
          <p:spPr>
            <a:xfrm rot="16200000">
              <a:off x="9326504" y="3109014"/>
              <a:ext cx="1992086" cy="830997"/>
            </a:xfrm>
            <a:prstGeom prst="rect">
              <a:avLst/>
            </a:prstGeom>
            <a:noFill/>
          </p:spPr>
          <p:txBody>
            <a:bodyPr wrap="square" rtlCol="0">
              <a:spAutoFit/>
            </a:bodyPr>
            <a:lstStyle/>
            <a:p>
              <a:pPr algn="ctr"/>
              <a:r>
                <a:rPr lang="en-US" sz="2400" b="1" dirty="0" smtClean="0">
                  <a:solidFill>
                    <a:srgbClr val="F0EEF0"/>
                  </a:solidFill>
                  <a:latin typeface="Tw Cen MT" panose="020B0602020104020603" pitchFamily="34" charset="0"/>
                </a:rPr>
                <a:t>Objective</a:t>
              </a:r>
              <a:endParaRPr lang="en-US" sz="2400" b="1" dirty="0">
                <a:solidFill>
                  <a:srgbClr val="F0EEF0"/>
                </a:solidFill>
                <a:latin typeface="Tw Cen MT" panose="020B0602020104020603" pitchFamily="34" charset="0"/>
              </a:endParaRPr>
            </a:p>
            <a:p>
              <a:pPr algn="ctr"/>
              <a:endParaRPr lang="en-US" sz="2400" b="1" dirty="0">
                <a:solidFill>
                  <a:srgbClr val="F0EEF0"/>
                </a:solidFill>
                <a:latin typeface="Tw Cen MT" panose="020B0602020104020603" pitchFamily="34" charset="0"/>
              </a:endParaRPr>
            </a:p>
          </p:txBody>
        </p:sp>
        <p:pic>
          <p:nvPicPr>
            <p:cNvPr id="64" name="Picture 63">
              <a:extLst>
                <a:ext uri="{FF2B5EF4-FFF2-40B4-BE49-F238E27FC236}">
                  <a16:creationId xmlns="" xmlns:a16="http://schemas.microsoft.com/office/drawing/2014/main" id="{7AB39DAF-3109-4CEA-BD1D-C123179FF8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65" name="Group 64">
            <a:extLst>
              <a:ext uri="{FF2B5EF4-FFF2-40B4-BE49-F238E27FC236}">
                <a16:creationId xmlns="" xmlns:a16="http://schemas.microsoft.com/office/drawing/2014/main" id="{92B7020D-701A-4EE7-BDA2-CD171993C203}"/>
              </a:ext>
            </a:extLst>
          </p:cNvPr>
          <p:cNvGrpSpPr/>
          <p:nvPr/>
        </p:nvGrpSpPr>
        <p:grpSpPr>
          <a:xfrm>
            <a:off x="-7985197" y="0"/>
            <a:ext cx="9574094" cy="6858000"/>
            <a:chOff x="491575" y="0"/>
            <a:chExt cx="9574094" cy="6858000"/>
          </a:xfrm>
        </p:grpSpPr>
        <p:sp>
          <p:nvSpPr>
            <p:cNvPr id="66" name="Rectangle 65">
              <a:extLst>
                <a:ext uri="{FF2B5EF4-FFF2-40B4-BE49-F238E27FC236}">
                  <a16:creationId xmlns="" xmlns:a16="http://schemas.microsoft.com/office/drawing/2014/main" id="{3B77930A-0489-40A5-B3D7-053D64BD29C4}"/>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Freeform: Shape 66">
              <a:extLst>
                <a:ext uri="{FF2B5EF4-FFF2-40B4-BE49-F238E27FC236}">
                  <a16:creationId xmlns="" xmlns:a16="http://schemas.microsoft.com/office/drawing/2014/main" id="{3ED749F6-F5EB-48BD-A697-16D473CCCFE8}"/>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TextBox 67">
              <a:extLst>
                <a:ext uri="{FF2B5EF4-FFF2-40B4-BE49-F238E27FC236}">
                  <a16:creationId xmlns="" xmlns:a16="http://schemas.microsoft.com/office/drawing/2014/main" id="{8070AD46-78F1-4169-9AE3-EDECC43BD39B}"/>
                </a:ext>
              </a:extLst>
            </p:cNvPr>
            <p:cNvSpPr txBox="1"/>
            <p:nvPr/>
          </p:nvSpPr>
          <p:spPr>
            <a:xfrm rot="16200000">
              <a:off x="8746452" y="3281940"/>
              <a:ext cx="1992086" cy="461665"/>
            </a:xfrm>
            <a:prstGeom prst="rect">
              <a:avLst/>
            </a:prstGeom>
            <a:noFill/>
          </p:spPr>
          <p:txBody>
            <a:bodyPr wrap="square" rtlCol="0">
              <a:spAutoFit/>
            </a:bodyPr>
            <a:lstStyle/>
            <a:p>
              <a:pPr algn="ctr"/>
              <a:r>
                <a:rPr lang="en-US" sz="2400" b="1" dirty="0" smtClean="0">
                  <a:solidFill>
                    <a:srgbClr val="F0EEF0"/>
                  </a:solidFill>
                  <a:latin typeface="Tw Cen MT" panose="020B0602020104020603" pitchFamily="34" charset="0"/>
                </a:rPr>
                <a:t>Algorithm</a:t>
              </a:r>
              <a:endParaRPr lang="en-US" sz="2400" b="1" dirty="0">
                <a:solidFill>
                  <a:srgbClr val="F0EEF0"/>
                </a:solidFill>
                <a:latin typeface="Tw Cen MT" panose="020B0602020104020603" pitchFamily="34" charset="0"/>
              </a:endParaRPr>
            </a:p>
          </p:txBody>
        </p:sp>
        <p:pic>
          <p:nvPicPr>
            <p:cNvPr id="69" name="Picture 68">
              <a:extLst>
                <a:ext uri="{FF2B5EF4-FFF2-40B4-BE49-F238E27FC236}">
                  <a16:creationId xmlns="" xmlns:a16="http://schemas.microsoft.com/office/drawing/2014/main" id="{22B026A5-B1AC-46D4-AE84-DF77E5A294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sp>
        <p:nvSpPr>
          <p:cNvPr id="70" name="Rectangle 69">
            <a:extLst>
              <a:ext uri="{FF2B5EF4-FFF2-40B4-BE49-F238E27FC236}">
                <a16:creationId xmlns="" xmlns:a16="http://schemas.microsoft.com/office/drawing/2014/main" id="{371C6EE2-CCA6-4F94-870B-CB9D61CEBE17}"/>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 name="Group 70">
            <a:extLst>
              <a:ext uri="{FF2B5EF4-FFF2-40B4-BE49-F238E27FC236}">
                <a16:creationId xmlns="" xmlns:a16="http://schemas.microsoft.com/office/drawing/2014/main" id="{20422D8F-B19E-425C-93A8-F750F60A06A7}"/>
              </a:ext>
            </a:extLst>
          </p:cNvPr>
          <p:cNvGrpSpPr/>
          <p:nvPr/>
        </p:nvGrpSpPr>
        <p:grpSpPr>
          <a:xfrm>
            <a:off x="-7638543" y="-1"/>
            <a:ext cx="8692331" cy="6858000"/>
            <a:chOff x="718505" y="-1"/>
            <a:chExt cx="8692331" cy="6858000"/>
          </a:xfrm>
        </p:grpSpPr>
        <p:sp>
          <p:nvSpPr>
            <p:cNvPr id="72" name="Rectangle 71">
              <a:extLst>
                <a:ext uri="{FF2B5EF4-FFF2-40B4-BE49-F238E27FC236}">
                  <a16:creationId xmlns="" xmlns:a16="http://schemas.microsoft.com/office/drawing/2014/main" id="{3278AF09-2D0C-4E81-816C-BC1D04E40DC2}"/>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Shape 72">
              <a:extLst>
                <a:ext uri="{FF2B5EF4-FFF2-40B4-BE49-F238E27FC236}">
                  <a16:creationId xmlns="" xmlns:a16="http://schemas.microsoft.com/office/drawing/2014/main" id="{AC2E1C67-7A8F-4EB5-AB00-3C754858084E}"/>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TextBox 73">
              <a:extLst>
                <a:ext uri="{FF2B5EF4-FFF2-40B4-BE49-F238E27FC236}">
                  <a16:creationId xmlns="" xmlns:a16="http://schemas.microsoft.com/office/drawing/2014/main" id="{67795C74-0308-4781-BEE6-B62AE6D17152}"/>
                </a:ext>
              </a:extLst>
            </p:cNvPr>
            <p:cNvSpPr txBox="1"/>
            <p:nvPr/>
          </p:nvSpPr>
          <p:spPr>
            <a:xfrm rot="16200000">
              <a:off x="8091629" y="3251164"/>
              <a:ext cx="1992086" cy="523220"/>
            </a:xfrm>
            <a:prstGeom prst="rect">
              <a:avLst/>
            </a:prstGeom>
            <a:noFill/>
          </p:spPr>
          <p:txBody>
            <a:bodyPr wrap="square" rtlCol="0">
              <a:spAutoFit/>
            </a:bodyPr>
            <a:lstStyle/>
            <a:p>
              <a:pPr algn="ctr"/>
              <a:r>
                <a:rPr lang="en-US" sz="2800" b="1" dirty="0">
                  <a:solidFill>
                    <a:srgbClr val="F0EEF0"/>
                  </a:solidFill>
                  <a:latin typeface="Tw Cen MT" panose="020B0602020104020603" pitchFamily="34" charset="0"/>
                </a:rPr>
                <a:t>Conclusion</a:t>
              </a:r>
            </a:p>
          </p:txBody>
        </p:sp>
        <p:pic>
          <p:nvPicPr>
            <p:cNvPr id="75" name="Picture 74">
              <a:extLst>
                <a:ext uri="{FF2B5EF4-FFF2-40B4-BE49-F238E27FC236}">
                  <a16:creationId xmlns="" xmlns:a16="http://schemas.microsoft.com/office/drawing/2014/main" id="{45C46027-B464-4ADA-A3B8-14FF4471BA1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76" name="Group 75">
            <a:extLst>
              <a:ext uri="{FF2B5EF4-FFF2-40B4-BE49-F238E27FC236}">
                <a16:creationId xmlns="" xmlns:a16="http://schemas.microsoft.com/office/drawing/2014/main" id="{C1D48DDF-B760-4AB3-A520-29238CC2C408}"/>
              </a:ext>
            </a:extLst>
          </p:cNvPr>
          <p:cNvGrpSpPr/>
          <p:nvPr/>
        </p:nvGrpSpPr>
        <p:grpSpPr>
          <a:xfrm>
            <a:off x="-9395082" y="-1"/>
            <a:ext cx="9927504" cy="6858000"/>
            <a:chOff x="-9337032" y="-1"/>
            <a:chExt cx="9927504" cy="6858000"/>
          </a:xfrm>
        </p:grpSpPr>
        <p:sp>
          <p:nvSpPr>
            <p:cNvPr id="77" name="Rectangle 76">
              <a:extLst>
                <a:ext uri="{FF2B5EF4-FFF2-40B4-BE49-F238E27FC236}">
                  <a16:creationId xmlns="" xmlns:a16="http://schemas.microsoft.com/office/drawing/2014/main" id="{FA696B4D-5BCF-47C3-8B8C-BE87154A63B4}"/>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Freeform: Shape 77">
              <a:extLst>
                <a:ext uri="{FF2B5EF4-FFF2-40B4-BE49-F238E27FC236}">
                  <a16:creationId xmlns="" xmlns:a16="http://schemas.microsoft.com/office/drawing/2014/main" id="{BAAA7B45-7DAF-4C4D-A930-ABA45AC955DD}"/>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TextBox 78">
              <a:extLst>
                <a:ext uri="{FF2B5EF4-FFF2-40B4-BE49-F238E27FC236}">
                  <a16:creationId xmlns="" xmlns:a16="http://schemas.microsoft.com/office/drawing/2014/main" id="{701F5CFD-7EE1-475C-A36F-330184D5C6EC}"/>
                </a:ext>
              </a:extLst>
            </p:cNvPr>
            <p:cNvSpPr txBox="1"/>
            <p:nvPr/>
          </p:nvSpPr>
          <p:spPr>
            <a:xfrm rot="16200000">
              <a:off x="-738260" y="3189608"/>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Thank u</a:t>
              </a:r>
            </a:p>
          </p:txBody>
        </p:sp>
        <p:pic>
          <p:nvPicPr>
            <p:cNvPr id="80" name="Picture 79">
              <a:extLst>
                <a:ext uri="{FF2B5EF4-FFF2-40B4-BE49-F238E27FC236}">
                  <a16:creationId xmlns="" xmlns:a16="http://schemas.microsoft.com/office/drawing/2014/main" id="{B9F42291-FBD0-4239-8D69-22035DCB4A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pic>
        <p:nvPicPr>
          <p:cNvPr id="3" name="Graphic 2">
            <a:extLst>
              <a:ext uri="{FF2B5EF4-FFF2-40B4-BE49-F238E27FC236}">
                <a16:creationId xmlns="" xmlns:a16="http://schemas.microsoft.com/office/drawing/2014/main" id="{F61E706B-E93A-4982-80A2-FC2663FDD6BC}"/>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p:blipFill>
        <p:spPr>
          <a:xfrm>
            <a:off x="5477610" y="206299"/>
            <a:ext cx="3042756" cy="3042756"/>
          </a:xfrm>
          <a:prstGeom prst="rect">
            <a:avLst/>
          </a:prstGeom>
        </p:spPr>
      </p:pic>
      <p:sp>
        <p:nvSpPr>
          <p:cNvPr id="2" name="TextBox 1"/>
          <p:cNvSpPr txBox="1"/>
          <p:nvPr/>
        </p:nvSpPr>
        <p:spPr>
          <a:xfrm>
            <a:off x="2971799" y="3524512"/>
            <a:ext cx="7856622" cy="2554545"/>
          </a:xfrm>
          <a:prstGeom prst="rect">
            <a:avLst/>
          </a:prstGeom>
          <a:noFill/>
        </p:spPr>
        <p:txBody>
          <a:bodyPr wrap="square" rtlCol="0">
            <a:spAutoFit/>
          </a:bodyPr>
          <a:lstStyle/>
          <a:p>
            <a:r>
              <a:rPr lang="en-IN" sz="3200" b="1" dirty="0" smtClean="0">
                <a:solidFill>
                  <a:srgbClr val="FF0000"/>
                </a:solidFill>
              </a:rPr>
              <a:t>Reg.no  :- </a:t>
            </a:r>
            <a:r>
              <a:rPr lang="en-IN" sz="3200" b="1" dirty="0" smtClean="0"/>
              <a:t>17MIS0375</a:t>
            </a:r>
          </a:p>
          <a:p>
            <a:r>
              <a:rPr lang="en-IN" sz="3200" b="1" dirty="0" smtClean="0">
                <a:solidFill>
                  <a:srgbClr val="FF0000"/>
                </a:solidFill>
              </a:rPr>
              <a:t>Name    :- </a:t>
            </a:r>
            <a:r>
              <a:rPr lang="en-IN" sz="3200" b="1" dirty="0" smtClean="0"/>
              <a:t>MANNAM BALA MURALI KRISHNA</a:t>
            </a:r>
          </a:p>
          <a:p>
            <a:r>
              <a:rPr lang="en-IN" sz="3200" b="1" dirty="0" smtClean="0">
                <a:solidFill>
                  <a:srgbClr val="FF0000"/>
                </a:solidFill>
              </a:rPr>
              <a:t>Subject :- </a:t>
            </a:r>
            <a:r>
              <a:rPr lang="en-IN" sz="3200" b="1" dirty="0" smtClean="0"/>
              <a:t>Data Mining Techniques</a:t>
            </a:r>
          </a:p>
          <a:p>
            <a:r>
              <a:rPr lang="en-IN" sz="3200" b="1" dirty="0" smtClean="0">
                <a:solidFill>
                  <a:srgbClr val="FF0000"/>
                </a:solidFill>
              </a:rPr>
              <a:t>Slot        </a:t>
            </a:r>
            <a:r>
              <a:rPr lang="en-IN" sz="3200" b="1" dirty="0" smtClean="0">
                <a:solidFill>
                  <a:srgbClr val="FF0000"/>
                </a:solidFill>
              </a:rPr>
              <a:t>:- </a:t>
            </a:r>
            <a:r>
              <a:rPr lang="en-IN" sz="3200" b="1" dirty="0" smtClean="0"/>
              <a:t>F1+TF1</a:t>
            </a:r>
            <a:endParaRPr lang="en-IN" sz="3200" b="1" dirty="0" smtClean="0"/>
          </a:p>
          <a:p>
            <a:r>
              <a:rPr lang="en-IN" sz="3200" b="1" dirty="0" smtClean="0">
                <a:solidFill>
                  <a:srgbClr val="FF0000"/>
                </a:solidFill>
              </a:rPr>
              <a:t>Course Code:- </a:t>
            </a:r>
            <a:r>
              <a:rPr lang="en-IN" sz="3200" b="1" dirty="0" smtClean="0"/>
              <a:t>SWE2009</a:t>
            </a:r>
            <a:endParaRPr lang="en-IN" sz="3200" b="1" dirty="0"/>
          </a:p>
        </p:txBody>
      </p:sp>
    </p:spTree>
    <p:extLst>
      <p:ext uri="{BB962C8B-B14F-4D97-AF65-F5344CB8AC3E}">
        <p14:creationId xmlns:p14="http://schemas.microsoft.com/office/powerpoint/2010/main" val="2001706127"/>
      </p:ext>
    </p:extLst>
  </p:cSld>
  <p:clrMapOvr>
    <a:masterClrMapping/>
  </p:clrMapOvr>
  <p:transition spd="med">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a:extLst>
              <a:ext uri="{FF2B5EF4-FFF2-40B4-BE49-F238E27FC236}">
                <a16:creationId xmlns="" xmlns:a16="http://schemas.microsoft.com/office/drawing/2014/main" id="{BC3001EC-9F33-4C39-B780-199714C83EA2}"/>
              </a:ext>
            </a:extLst>
          </p:cNvPr>
          <p:cNvGrpSpPr/>
          <p:nvPr/>
        </p:nvGrpSpPr>
        <p:grpSpPr>
          <a:xfrm>
            <a:off x="-290920" y="0"/>
            <a:ext cx="12482920" cy="6858000"/>
            <a:chOff x="-290920" y="0"/>
            <a:chExt cx="12482920" cy="6858000"/>
          </a:xfrm>
        </p:grpSpPr>
        <p:sp>
          <p:nvSpPr>
            <p:cNvPr id="34" name="Rectangle 33">
              <a:extLst>
                <a:ext uri="{FF2B5EF4-FFF2-40B4-BE49-F238E27FC236}">
                  <a16:creationId xmlns="" xmlns:a16="http://schemas.microsoft.com/office/drawing/2014/main" id="{129B5C97-F627-4A85-B003-5396A9D964D5}"/>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reeform: Shape 34">
              <a:extLst>
                <a:ext uri="{FF2B5EF4-FFF2-40B4-BE49-F238E27FC236}">
                  <a16:creationId xmlns="" xmlns:a16="http://schemas.microsoft.com/office/drawing/2014/main" id="{A97C14D5-0388-44F5-AD76-F8BBAF179CD6}"/>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 xmlns:a16="http://schemas.microsoft.com/office/drawing/2014/main" id="{2151F346-69C6-4F86-BC1F-C57BA2384CC6}"/>
                </a:ext>
              </a:extLst>
            </p:cNvPr>
            <p:cNvSpPr txBox="1"/>
            <p:nvPr/>
          </p:nvSpPr>
          <p:spPr>
            <a:xfrm rot="16200000">
              <a:off x="10872792" y="3194734"/>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about</a:t>
              </a:r>
            </a:p>
          </p:txBody>
        </p:sp>
        <p:pic>
          <p:nvPicPr>
            <p:cNvPr id="37" name="Picture 36">
              <a:extLst>
                <a:ext uri="{FF2B5EF4-FFF2-40B4-BE49-F238E27FC236}">
                  <a16:creationId xmlns="" xmlns:a16="http://schemas.microsoft.com/office/drawing/2014/main" id="{52B367FE-8530-4052-AD96-2D6FBE490F6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38" name="Group 37">
            <a:extLst>
              <a:ext uri="{FF2B5EF4-FFF2-40B4-BE49-F238E27FC236}">
                <a16:creationId xmlns="" xmlns:a16="http://schemas.microsoft.com/office/drawing/2014/main" id="{63E93C38-ECA5-4094-81E9-196A3BD19EBD}"/>
              </a:ext>
            </a:extLst>
          </p:cNvPr>
          <p:cNvGrpSpPr/>
          <p:nvPr/>
        </p:nvGrpSpPr>
        <p:grpSpPr>
          <a:xfrm>
            <a:off x="226788" y="-2"/>
            <a:ext cx="11447501" cy="6858000"/>
            <a:chOff x="213096" y="0"/>
            <a:chExt cx="11447501" cy="6858000"/>
          </a:xfrm>
        </p:grpSpPr>
        <p:sp>
          <p:nvSpPr>
            <p:cNvPr id="39" name="Rectangle 38">
              <a:extLst>
                <a:ext uri="{FF2B5EF4-FFF2-40B4-BE49-F238E27FC236}">
                  <a16:creationId xmlns="" xmlns:a16="http://schemas.microsoft.com/office/drawing/2014/main" id="{5C85080E-7B66-43F0-AB4D-3A69B13C005A}"/>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Freeform: Shape 39">
              <a:extLst>
                <a:ext uri="{FF2B5EF4-FFF2-40B4-BE49-F238E27FC236}">
                  <a16:creationId xmlns="" xmlns:a16="http://schemas.microsoft.com/office/drawing/2014/main" id="{405DAC1A-9BF8-460E-8D8B-77BFB6B27FF9}"/>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a:extLst>
                <a:ext uri="{FF2B5EF4-FFF2-40B4-BE49-F238E27FC236}">
                  <a16:creationId xmlns="" xmlns:a16="http://schemas.microsoft.com/office/drawing/2014/main" id="{90DCA374-CD21-448B-8791-8A04A9A9A552}"/>
                </a:ext>
              </a:extLst>
            </p:cNvPr>
            <p:cNvSpPr txBox="1"/>
            <p:nvPr/>
          </p:nvSpPr>
          <p:spPr>
            <a:xfrm rot="16200000">
              <a:off x="9780815" y="3281940"/>
              <a:ext cx="3181456" cy="461665"/>
            </a:xfrm>
            <a:prstGeom prst="rect">
              <a:avLst/>
            </a:prstGeom>
            <a:noFill/>
          </p:spPr>
          <p:txBody>
            <a:bodyPr wrap="square" rtlCol="0">
              <a:spAutoFit/>
            </a:bodyPr>
            <a:lstStyle/>
            <a:p>
              <a:pPr algn="ctr"/>
              <a:r>
                <a:rPr lang="en-US" sz="2400" b="1" dirty="0" smtClean="0">
                  <a:solidFill>
                    <a:srgbClr val="F0EEF0"/>
                  </a:solidFill>
                  <a:latin typeface="Tw Cen MT" panose="020B0602020104020603" pitchFamily="34" charset="0"/>
                </a:rPr>
                <a:t>Scenario</a:t>
              </a:r>
              <a:endParaRPr lang="en-US" sz="2400" b="1" dirty="0">
                <a:solidFill>
                  <a:srgbClr val="F0EEF0"/>
                </a:solidFill>
                <a:latin typeface="Tw Cen MT" panose="020B0602020104020603" pitchFamily="34" charset="0"/>
              </a:endParaRPr>
            </a:p>
          </p:txBody>
        </p:sp>
        <p:pic>
          <p:nvPicPr>
            <p:cNvPr id="42" name="Picture 41">
              <a:extLst>
                <a:ext uri="{FF2B5EF4-FFF2-40B4-BE49-F238E27FC236}">
                  <a16:creationId xmlns="" xmlns:a16="http://schemas.microsoft.com/office/drawing/2014/main" id="{83A620A7-5483-4447-9670-0F8D67F3627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43" name="Group 42">
            <a:extLst>
              <a:ext uri="{FF2B5EF4-FFF2-40B4-BE49-F238E27FC236}">
                <a16:creationId xmlns="" xmlns:a16="http://schemas.microsoft.com/office/drawing/2014/main" id="{B02914A7-C65F-4EFB-8FF4-9BB283DC3935}"/>
              </a:ext>
            </a:extLst>
          </p:cNvPr>
          <p:cNvGrpSpPr/>
          <p:nvPr/>
        </p:nvGrpSpPr>
        <p:grpSpPr>
          <a:xfrm>
            <a:off x="-7847639" y="0"/>
            <a:ext cx="10122543" cy="6858000"/>
            <a:chOff x="491575" y="0"/>
            <a:chExt cx="10122543" cy="6858000"/>
          </a:xfrm>
        </p:grpSpPr>
        <p:sp>
          <p:nvSpPr>
            <p:cNvPr id="44" name="Rectangle 43">
              <a:extLst>
                <a:ext uri="{FF2B5EF4-FFF2-40B4-BE49-F238E27FC236}">
                  <a16:creationId xmlns="" xmlns:a16="http://schemas.microsoft.com/office/drawing/2014/main" id="{99DA66B2-8A11-4397-B997-59A37787FEF8}"/>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 xmlns:a16="http://schemas.microsoft.com/office/drawing/2014/main" id="{71A8923D-952E-459F-92C0-CCE4C5E45F88}"/>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TextBox 45">
              <a:extLst>
                <a:ext uri="{FF2B5EF4-FFF2-40B4-BE49-F238E27FC236}">
                  <a16:creationId xmlns="" xmlns:a16="http://schemas.microsoft.com/office/drawing/2014/main" id="{DD73F442-B2F9-477E-B4DE-956CBA09D9C3}"/>
                </a:ext>
              </a:extLst>
            </p:cNvPr>
            <p:cNvSpPr txBox="1"/>
            <p:nvPr/>
          </p:nvSpPr>
          <p:spPr>
            <a:xfrm rot="16200000">
              <a:off x="9294910" y="3189608"/>
              <a:ext cx="1992086" cy="646331"/>
            </a:xfrm>
            <a:prstGeom prst="rect">
              <a:avLst/>
            </a:prstGeom>
            <a:noFill/>
          </p:spPr>
          <p:txBody>
            <a:bodyPr wrap="square" rtlCol="0">
              <a:spAutoFit/>
            </a:bodyPr>
            <a:lstStyle/>
            <a:p>
              <a:pPr algn="ctr"/>
              <a:r>
                <a:rPr lang="en-US" b="1" dirty="0" smtClean="0">
                  <a:solidFill>
                    <a:srgbClr val="F0EEF0"/>
                  </a:solidFill>
                  <a:latin typeface="Tw Cen MT" panose="020B0602020104020603" pitchFamily="34" charset="0"/>
                </a:rPr>
                <a:t>Objective</a:t>
              </a:r>
              <a:endParaRPr lang="en-US" b="1" dirty="0">
                <a:solidFill>
                  <a:srgbClr val="F0EEF0"/>
                </a:solidFill>
                <a:latin typeface="Tw Cen MT" panose="020B0602020104020603" pitchFamily="34" charset="0"/>
              </a:endParaRPr>
            </a:p>
            <a:p>
              <a:pPr algn="ctr"/>
              <a:endParaRPr lang="en-US" b="1" dirty="0">
                <a:solidFill>
                  <a:srgbClr val="F0EEF0"/>
                </a:solidFill>
                <a:latin typeface="Tw Cen MT" panose="020B0602020104020603" pitchFamily="34" charset="0"/>
              </a:endParaRPr>
            </a:p>
          </p:txBody>
        </p:sp>
        <p:pic>
          <p:nvPicPr>
            <p:cNvPr id="47" name="Picture 46">
              <a:extLst>
                <a:ext uri="{FF2B5EF4-FFF2-40B4-BE49-F238E27FC236}">
                  <a16:creationId xmlns="" xmlns:a16="http://schemas.microsoft.com/office/drawing/2014/main" id="{7654DCD4-7920-4D83-8D7F-6D3A71A169A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48" name="Group 47">
            <a:extLst>
              <a:ext uri="{FF2B5EF4-FFF2-40B4-BE49-F238E27FC236}">
                <a16:creationId xmlns="" xmlns:a16="http://schemas.microsoft.com/office/drawing/2014/main" id="{7A67CF96-B24C-4BAD-8466-B32ECC2753A1}"/>
              </a:ext>
            </a:extLst>
          </p:cNvPr>
          <p:cNvGrpSpPr/>
          <p:nvPr/>
        </p:nvGrpSpPr>
        <p:grpSpPr>
          <a:xfrm>
            <a:off x="-7985197" y="0"/>
            <a:ext cx="9574094" cy="6858000"/>
            <a:chOff x="491575" y="0"/>
            <a:chExt cx="9574094" cy="6858000"/>
          </a:xfrm>
        </p:grpSpPr>
        <p:sp>
          <p:nvSpPr>
            <p:cNvPr id="49" name="Rectangle 48">
              <a:extLst>
                <a:ext uri="{FF2B5EF4-FFF2-40B4-BE49-F238E27FC236}">
                  <a16:creationId xmlns="" xmlns:a16="http://schemas.microsoft.com/office/drawing/2014/main" id="{8B7B7434-49BE-47D6-BAE6-9B9134F0EC8C}"/>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reeform: Shape 80">
              <a:extLst>
                <a:ext uri="{FF2B5EF4-FFF2-40B4-BE49-F238E27FC236}">
                  <a16:creationId xmlns="" xmlns:a16="http://schemas.microsoft.com/office/drawing/2014/main" id="{080296C0-D397-432D-B5A1-CA7DA186EB14}"/>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TextBox 81">
              <a:extLst>
                <a:ext uri="{FF2B5EF4-FFF2-40B4-BE49-F238E27FC236}">
                  <a16:creationId xmlns="" xmlns:a16="http://schemas.microsoft.com/office/drawing/2014/main" id="{73DE47E8-526D-4A96-A671-69E14D20D1EB}"/>
                </a:ext>
              </a:extLst>
            </p:cNvPr>
            <p:cNvSpPr txBox="1"/>
            <p:nvPr/>
          </p:nvSpPr>
          <p:spPr>
            <a:xfrm rot="16200000">
              <a:off x="8746453" y="3281943"/>
              <a:ext cx="1992086" cy="461665"/>
            </a:xfrm>
            <a:prstGeom prst="rect">
              <a:avLst/>
            </a:prstGeom>
            <a:noFill/>
          </p:spPr>
          <p:txBody>
            <a:bodyPr wrap="square" rtlCol="0">
              <a:spAutoFit/>
            </a:bodyPr>
            <a:lstStyle/>
            <a:p>
              <a:pPr algn="ctr"/>
              <a:r>
                <a:rPr lang="en-US" sz="2400" b="1" dirty="0" smtClean="0">
                  <a:solidFill>
                    <a:srgbClr val="F0EEF0"/>
                  </a:solidFill>
                  <a:latin typeface="Tw Cen MT" panose="020B0602020104020603" pitchFamily="34" charset="0"/>
                </a:rPr>
                <a:t>Algorithm</a:t>
              </a:r>
              <a:endParaRPr lang="en-US" sz="2400" b="1" dirty="0">
                <a:solidFill>
                  <a:srgbClr val="F0EEF0"/>
                </a:solidFill>
                <a:latin typeface="Tw Cen MT" panose="020B0602020104020603" pitchFamily="34" charset="0"/>
              </a:endParaRPr>
            </a:p>
          </p:txBody>
        </p:sp>
        <p:pic>
          <p:nvPicPr>
            <p:cNvPr id="83" name="Picture 82">
              <a:extLst>
                <a:ext uri="{FF2B5EF4-FFF2-40B4-BE49-F238E27FC236}">
                  <a16:creationId xmlns="" xmlns:a16="http://schemas.microsoft.com/office/drawing/2014/main" id="{7FD4AAEC-83E5-4832-BEA2-517A195B2A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sp>
        <p:nvSpPr>
          <p:cNvPr id="84" name="Rectangle 83">
            <a:extLst>
              <a:ext uri="{FF2B5EF4-FFF2-40B4-BE49-F238E27FC236}">
                <a16:creationId xmlns="" xmlns:a16="http://schemas.microsoft.com/office/drawing/2014/main" id="{3C6BBB46-3AAE-49B1-8F56-3535CC357FEB}"/>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5" name="Group 84">
            <a:extLst>
              <a:ext uri="{FF2B5EF4-FFF2-40B4-BE49-F238E27FC236}">
                <a16:creationId xmlns="" xmlns:a16="http://schemas.microsoft.com/office/drawing/2014/main" id="{FA452EB0-3109-45BB-9389-19F84818FE30}"/>
              </a:ext>
            </a:extLst>
          </p:cNvPr>
          <p:cNvGrpSpPr/>
          <p:nvPr/>
        </p:nvGrpSpPr>
        <p:grpSpPr>
          <a:xfrm>
            <a:off x="-7638543" y="-1"/>
            <a:ext cx="8692331" cy="6858000"/>
            <a:chOff x="718505" y="-1"/>
            <a:chExt cx="8692331" cy="6858000"/>
          </a:xfrm>
        </p:grpSpPr>
        <p:sp>
          <p:nvSpPr>
            <p:cNvPr id="86" name="Rectangle 85">
              <a:extLst>
                <a:ext uri="{FF2B5EF4-FFF2-40B4-BE49-F238E27FC236}">
                  <a16:creationId xmlns="" xmlns:a16="http://schemas.microsoft.com/office/drawing/2014/main" id="{DF941D0C-24DA-4E77-BE08-34D6F94BD6FB}"/>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Freeform: Shape 86">
              <a:extLst>
                <a:ext uri="{FF2B5EF4-FFF2-40B4-BE49-F238E27FC236}">
                  <a16:creationId xmlns="" xmlns:a16="http://schemas.microsoft.com/office/drawing/2014/main" id="{09747D82-077A-45F5-8822-6A7F978E7845}"/>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TextBox 87">
              <a:extLst>
                <a:ext uri="{FF2B5EF4-FFF2-40B4-BE49-F238E27FC236}">
                  <a16:creationId xmlns="" xmlns:a16="http://schemas.microsoft.com/office/drawing/2014/main" id="{D0B26FA9-EA76-44C1-BA33-E4EBB060AC7E}"/>
                </a:ext>
              </a:extLst>
            </p:cNvPr>
            <p:cNvSpPr txBox="1"/>
            <p:nvPr/>
          </p:nvSpPr>
          <p:spPr>
            <a:xfrm rot="16200000">
              <a:off x="8091629" y="3251164"/>
              <a:ext cx="1992086" cy="523220"/>
            </a:xfrm>
            <a:prstGeom prst="rect">
              <a:avLst/>
            </a:prstGeom>
            <a:noFill/>
          </p:spPr>
          <p:txBody>
            <a:bodyPr wrap="square" rtlCol="0">
              <a:spAutoFit/>
            </a:bodyPr>
            <a:lstStyle/>
            <a:p>
              <a:pPr algn="ctr"/>
              <a:r>
                <a:rPr lang="en-US" sz="2800" b="1" dirty="0">
                  <a:solidFill>
                    <a:srgbClr val="F0EEF0"/>
                  </a:solidFill>
                  <a:latin typeface="Tw Cen MT" panose="020B0602020104020603" pitchFamily="34" charset="0"/>
                </a:rPr>
                <a:t>Conclusion</a:t>
              </a:r>
            </a:p>
          </p:txBody>
        </p:sp>
        <p:pic>
          <p:nvPicPr>
            <p:cNvPr id="89" name="Picture 88">
              <a:extLst>
                <a:ext uri="{FF2B5EF4-FFF2-40B4-BE49-F238E27FC236}">
                  <a16:creationId xmlns="" xmlns:a16="http://schemas.microsoft.com/office/drawing/2014/main" id="{EF138C1A-5B68-42BE-B6B8-0EE1F473856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90" name="Group 89">
            <a:extLst>
              <a:ext uri="{FF2B5EF4-FFF2-40B4-BE49-F238E27FC236}">
                <a16:creationId xmlns="" xmlns:a16="http://schemas.microsoft.com/office/drawing/2014/main" id="{2C48F6F2-7791-4D91-ADEC-77FE8FA739E3}"/>
              </a:ext>
            </a:extLst>
          </p:cNvPr>
          <p:cNvGrpSpPr/>
          <p:nvPr/>
        </p:nvGrpSpPr>
        <p:grpSpPr>
          <a:xfrm>
            <a:off x="-9395082" y="-1"/>
            <a:ext cx="9927504" cy="6858000"/>
            <a:chOff x="-9337032" y="-1"/>
            <a:chExt cx="9927504" cy="6858000"/>
          </a:xfrm>
        </p:grpSpPr>
        <p:sp>
          <p:nvSpPr>
            <p:cNvPr id="91" name="Rectangle 90">
              <a:extLst>
                <a:ext uri="{FF2B5EF4-FFF2-40B4-BE49-F238E27FC236}">
                  <a16:creationId xmlns="" xmlns:a16="http://schemas.microsoft.com/office/drawing/2014/main" id="{F8ED37E9-9873-442F-9B7C-7F4BC1A8F51E}"/>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Freeform: Shape 91">
              <a:extLst>
                <a:ext uri="{FF2B5EF4-FFF2-40B4-BE49-F238E27FC236}">
                  <a16:creationId xmlns="" xmlns:a16="http://schemas.microsoft.com/office/drawing/2014/main" id="{F2E020DE-B46A-4F47-97AB-BB6C9038FA2E}"/>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3" name="TextBox 92">
              <a:extLst>
                <a:ext uri="{FF2B5EF4-FFF2-40B4-BE49-F238E27FC236}">
                  <a16:creationId xmlns="" xmlns:a16="http://schemas.microsoft.com/office/drawing/2014/main" id="{7CF05B7C-3B2D-4CAB-9132-7B756B442063}"/>
                </a:ext>
              </a:extLst>
            </p:cNvPr>
            <p:cNvSpPr txBox="1"/>
            <p:nvPr/>
          </p:nvSpPr>
          <p:spPr>
            <a:xfrm rot="16200000">
              <a:off x="-738260" y="3189608"/>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Thank u</a:t>
              </a:r>
            </a:p>
          </p:txBody>
        </p:sp>
        <p:pic>
          <p:nvPicPr>
            <p:cNvPr id="94" name="Picture 93">
              <a:extLst>
                <a:ext uri="{FF2B5EF4-FFF2-40B4-BE49-F238E27FC236}">
                  <a16:creationId xmlns="" xmlns:a16="http://schemas.microsoft.com/office/drawing/2014/main" id="{A04E2F48-2025-4003-B590-1DD95771063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sp>
        <p:nvSpPr>
          <p:cNvPr id="2" name="TextBox 1"/>
          <p:cNvSpPr txBox="1"/>
          <p:nvPr/>
        </p:nvSpPr>
        <p:spPr>
          <a:xfrm>
            <a:off x="3031958" y="1687179"/>
            <a:ext cx="6797842" cy="5262979"/>
          </a:xfrm>
          <a:prstGeom prst="rect">
            <a:avLst/>
          </a:prstGeom>
          <a:noFill/>
        </p:spPr>
        <p:txBody>
          <a:bodyPr wrap="square" rtlCol="0">
            <a:spAutoFit/>
          </a:bodyPr>
          <a:lstStyle/>
          <a:p>
            <a:pPr marL="342900" indent="-342900">
              <a:lnSpc>
                <a:spcPct val="150000"/>
              </a:lnSpc>
              <a:buFont typeface="Wingdings" pitchFamily="2" charset="2"/>
              <a:buChar char="v"/>
            </a:pPr>
            <a:r>
              <a:rPr lang="en-US" sz="2000" dirty="0"/>
              <a:t>Diabetes Mellitus (DM) is a chronic disease and as per world health organization (WHO) statistics, around 350 million people were suffering with DM</a:t>
            </a:r>
            <a:r>
              <a:rPr lang="en-US" sz="2000" dirty="0" smtClean="0"/>
              <a:t>.</a:t>
            </a:r>
          </a:p>
          <a:p>
            <a:pPr marL="342900" indent="-342900">
              <a:lnSpc>
                <a:spcPct val="150000"/>
              </a:lnSpc>
              <a:buFont typeface="Wingdings" pitchFamily="2" charset="2"/>
              <a:buChar char="v"/>
            </a:pPr>
            <a:r>
              <a:rPr lang="en-US" sz="2000" dirty="0" smtClean="0"/>
              <a:t> </a:t>
            </a:r>
            <a:r>
              <a:rPr lang="en-US" sz="2000" dirty="0"/>
              <a:t>According to WHO it is seventh leading disease to cause of death by 2030 across the </a:t>
            </a:r>
            <a:r>
              <a:rPr lang="en-US" sz="2000" dirty="0" smtClean="0"/>
              <a:t>world. </a:t>
            </a:r>
          </a:p>
          <a:p>
            <a:pPr marL="342900" indent="-342900">
              <a:lnSpc>
                <a:spcPct val="150000"/>
              </a:lnSpc>
              <a:buFont typeface="Wingdings" pitchFamily="2" charset="2"/>
              <a:buChar char="v"/>
            </a:pPr>
            <a:r>
              <a:rPr lang="en-US" sz="2000" dirty="0" smtClean="0"/>
              <a:t>Most </a:t>
            </a:r>
            <a:r>
              <a:rPr lang="en-US" sz="2000" dirty="0"/>
              <a:t>of the diabetes they don't know they are suffering with diabetes. </a:t>
            </a:r>
            <a:endParaRPr lang="en-US" sz="2000" dirty="0" smtClean="0"/>
          </a:p>
          <a:p>
            <a:pPr marL="342900" indent="-342900">
              <a:lnSpc>
                <a:spcPct val="150000"/>
              </a:lnSpc>
              <a:buFont typeface="Wingdings" pitchFamily="2" charset="2"/>
              <a:buChar char="v"/>
            </a:pPr>
            <a:r>
              <a:rPr lang="en-US" sz="2000" dirty="0" smtClean="0"/>
              <a:t>The </a:t>
            </a:r>
            <a:r>
              <a:rPr lang="en-US" sz="2000" dirty="0"/>
              <a:t>root cause of diabetes is inactive physical activities, obesity and food habits etc., there is a vast study and research is going on in the field of DM. </a:t>
            </a:r>
          </a:p>
          <a:p>
            <a:endParaRPr lang="en-GB" dirty="0"/>
          </a:p>
          <a:p>
            <a:endParaRPr lang="en-IN" dirty="0"/>
          </a:p>
        </p:txBody>
      </p:sp>
      <p:sp>
        <p:nvSpPr>
          <p:cNvPr id="3" name="TextBox 2"/>
          <p:cNvSpPr txBox="1"/>
          <p:nvPr/>
        </p:nvSpPr>
        <p:spPr>
          <a:xfrm>
            <a:off x="3128211" y="733926"/>
            <a:ext cx="6100010" cy="830997"/>
          </a:xfrm>
          <a:prstGeom prst="rect">
            <a:avLst/>
          </a:prstGeom>
          <a:noFill/>
        </p:spPr>
        <p:txBody>
          <a:bodyPr wrap="square" rtlCol="0">
            <a:spAutoFit/>
          </a:bodyPr>
          <a:lstStyle/>
          <a:p>
            <a:r>
              <a:rPr lang="en-IN" sz="4800" dirty="0" smtClean="0">
                <a:solidFill>
                  <a:srgbClr val="FF5969"/>
                </a:solidFill>
                <a:latin typeface="Tw Cen MT" pitchFamily="34" charset="0"/>
              </a:rPr>
              <a:t>Scenario Considered</a:t>
            </a:r>
            <a:endParaRPr lang="en-IN" sz="4800" dirty="0">
              <a:solidFill>
                <a:srgbClr val="FF5969"/>
              </a:solidFill>
              <a:latin typeface="Tw Cen MT" pitchFamily="34" charset="0"/>
            </a:endParaRPr>
          </a:p>
        </p:txBody>
      </p:sp>
    </p:spTree>
    <p:extLst>
      <p:ext uri="{BB962C8B-B14F-4D97-AF65-F5344CB8AC3E}">
        <p14:creationId xmlns:p14="http://schemas.microsoft.com/office/powerpoint/2010/main" val="1396948566"/>
      </p:ext>
    </p:extLst>
  </p:cSld>
  <p:clrMapOvr>
    <a:masterClrMapping/>
  </p:clrMapOvr>
  <p:transition spd="med">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a:extLst>
              <a:ext uri="{FF2B5EF4-FFF2-40B4-BE49-F238E27FC236}">
                <a16:creationId xmlns="" xmlns:a16="http://schemas.microsoft.com/office/drawing/2014/main" id="{BC3001EC-9F33-4C39-B780-199714C83EA2}"/>
              </a:ext>
            </a:extLst>
          </p:cNvPr>
          <p:cNvGrpSpPr/>
          <p:nvPr/>
        </p:nvGrpSpPr>
        <p:grpSpPr>
          <a:xfrm>
            <a:off x="-290920" y="0"/>
            <a:ext cx="12482920" cy="6858000"/>
            <a:chOff x="-290920" y="0"/>
            <a:chExt cx="12482920" cy="6858000"/>
          </a:xfrm>
        </p:grpSpPr>
        <p:sp>
          <p:nvSpPr>
            <p:cNvPr id="34" name="Rectangle 33">
              <a:extLst>
                <a:ext uri="{FF2B5EF4-FFF2-40B4-BE49-F238E27FC236}">
                  <a16:creationId xmlns="" xmlns:a16="http://schemas.microsoft.com/office/drawing/2014/main" id="{129B5C97-F627-4A85-B003-5396A9D964D5}"/>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reeform: Shape 34">
              <a:extLst>
                <a:ext uri="{FF2B5EF4-FFF2-40B4-BE49-F238E27FC236}">
                  <a16:creationId xmlns="" xmlns:a16="http://schemas.microsoft.com/office/drawing/2014/main" id="{A97C14D5-0388-44F5-AD76-F8BBAF179CD6}"/>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 xmlns:a16="http://schemas.microsoft.com/office/drawing/2014/main" id="{2151F346-69C6-4F86-BC1F-C57BA2384CC6}"/>
                </a:ext>
              </a:extLst>
            </p:cNvPr>
            <p:cNvSpPr txBox="1"/>
            <p:nvPr/>
          </p:nvSpPr>
          <p:spPr>
            <a:xfrm rot="16200000">
              <a:off x="10872792" y="3194734"/>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about</a:t>
              </a:r>
            </a:p>
          </p:txBody>
        </p:sp>
        <p:pic>
          <p:nvPicPr>
            <p:cNvPr id="37" name="Picture 36">
              <a:extLst>
                <a:ext uri="{FF2B5EF4-FFF2-40B4-BE49-F238E27FC236}">
                  <a16:creationId xmlns="" xmlns:a16="http://schemas.microsoft.com/office/drawing/2014/main" id="{52B367FE-8530-4052-AD96-2D6FBE490F6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38" name="Group 37">
            <a:extLst>
              <a:ext uri="{FF2B5EF4-FFF2-40B4-BE49-F238E27FC236}">
                <a16:creationId xmlns="" xmlns:a16="http://schemas.microsoft.com/office/drawing/2014/main" id="{63E93C38-ECA5-4094-81E9-196A3BD19EBD}"/>
              </a:ext>
            </a:extLst>
          </p:cNvPr>
          <p:cNvGrpSpPr/>
          <p:nvPr/>
        </p:nvGrpSpPr>
        <p:grpSpPr>
          <a:xfrm>
            <a:off x="226788" y="-2"/>
            <a:ext cx="11447501" cy="6858000"/>
            <a:chOff x="213096" y="0"/>
            <a:chExt cx="11447501" cy="6858000"/>
          </a:xfrm>
        </p:grpSpPr>
        <p:sp>
          <p:nvSpPr>
            <p:cNvPr id="39" name="Rectangle 38">
              <a:extLst>
                <a:ext uri="{FF2B5EF4-FFF2-40B4-BE49-F238E27FC236}">
                  <a16:creationId xmlns="" xmlns:a16="http://schemas.microsoft.com/office/drawing/2014/main" id="{5C85080E-7B66-43F0-AB4D-3A69B13C005A}"/>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Freeform: Shape 39">
              <a:extLst>
                <a:ext uri="{FF2B5EF4-FFF2-40B4-BE49-F238E27FC236}">
                  <a16:creationId xmlns="" xmlns:a16="http://schemas.microsoft.com/office/drawing/2014/main" id="{405DAC1A-9BF8-460E-8D8B-77BFB6B27FF9}"/>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a:extLst>
                <a:ext uri="{FF2B5EF4-FFF2-40B4-BE49-F238E27FC236}">
                  <a16:creationId xmlns="" xmlns:a16="http://schemas.microsoft.com/office/drawing/2014/main" id="{90DCA374-CD21-448B-8791-8A04A9A9A552}"/>
                </a:ext>
              </a:extLst>
            </p:cNvPr>
            <p:cNvSpPr txBox="1"/>
            <p:nvPr/>
          </p:nvSpPr>
          <p:spPr>
            <a:xfrm rot="16200000">
              <a:off x="9780815" y="3281940"/>
              <a:ext cx="3181456" cy="461665"/>
            </a:xfrm>
            <a:prstGeom prst="rect">
              <a:avLst/>
            </a:prstGeom>
            <a:noFill/>
          </p:spPr>
          <p:txBody>
            <a:bodyPr wrap="square" rtlCol="0">
              <a:spAutoFit/>
            </a:bodyPr>
            <a:lstStyle/>
            <a:p>
              <a:pPr algn="ctr"/>
              <a:r>
                <a:rPr lang="en-US" sz="2400" b="1" dirty="0" smtClean="0">
                  <a:solidFill>
                    <a:srgbClr val="F0EEF0"/>
                  </a:solidFill>
                  <a:latin typeface="Tw Cen MT" panose="020B0602020104020603" pitchFamily="34" charset="0"/>
                </a:rPr>
                <a:t>Scenario</a:t>
              </a:r>
              <a:endParaRPr lang="en-US" sz="2400" b="1" dirty="0">
                <a:solidFill>
                  <a:srgbClr val="F0EEF0"/>
                </a:solidFill>
                <a:latin typeface="Tw Cen MT" panose="020B0602020104020603" pitchFamily="34" charset="0"/>
              </a:endParaRPr>
            </a:p>
          </p:txBody>
        </p:sp>
        <p:pic>
          <p:nvPicPr>
            <p:cNvPr id="42" name="Picture 41">
              <a:extLst>
                <a:ext uri="{FF2B5EF4-FFF2-40B4-BE49-F238E27FC236}">
                  <a16:creationId xmlns="" xmlns:a16="http://schemas.microsoft.com/office/drawing/2014/main" id="{83A620A7-5483-4447-9670-0F8D67F3627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43" name="Group 42">
            <a:extLst>
              <a:ext uri="{FF2B5EF4-FFF2-40B4-BE49-F238E27FC236}">
                <a16:creationId xmlns="" xmlns:a16="http://schemas.microsoft.com/office/drawing/2014/main" id="{B02914A7-C65F-4EFB-8FF4-9BB283DC3935}"/>
              </a:ext>
            </a:extLst>
          </p:cNvPr>
          <p:cNvGrpSpPr/>
          <p:nvPr/>
        </p:nvGrpSpPr>
        <p:grpSpPr>
          <a:xfrm>
            <a:off x="-7847639" y="0"/>
            <a:ext cx="10214876" cy="6858000"/>
            <a:chOff x="491575" y="0"/>
            <a:chExt cx="10214876" cy="6858000"/>
          </a:xfrm>
        </p:grpSpPr>
        <p:sp>
          <p:nvSpPr>
            <p:cNvPr id="44" name="Rectangle 43">
              <a:extLst>
                <a:ext uri="{FF2B5EF4-FFF2-40B4-BE49-F238E27FC236}">
                  <a16:creationId xmlns="" xmlns:a16="http://schemas.microsoft.com/office/drawing/2014/main" id="{99DA66B2-8A11-4397-B997-59A37787FEF8}"/>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 xmlns:a16="http://schemas.microsoft.com/office/drawing/2014/main" id="{71A8923D-952E-459F-92C0-CCE4C5E45F88}"/>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TextBox 45">
              <a:extLst>
                <a:ext uri="{FF2B5EF4-FFF2-40B4-BE49-F238E27FC236}">
                  <a16:creationId xmlns="" xmlns:a16="http://schemas.microsoft.com/office/drawing/2014/main" id="{DD73F442-B2F9-477E-B4DE-956CBA09D9C3}"/>
                </a:ext>
              </a:extLst>
            </p:cNvPr>
            <p:cNvSpPr txBox="1"/>
            <p:nvPr/>
          </p:nvSpPr>
          <p:spPr>
            <a:xfrm rot="16200000">
              <a:off x="9294910" y="3097275"/>
              <a:ext cx="1992086" cy="830997"/>
            </a:xfrm>
            <a:prstGeom prst="rect">
              <a:avLst/>
            </a:prstGeom>
            <a:noFill/>
          </p:spPr>
          <p:txBody>
            <a:bodyPr wrap="square" rtlCol="0">
              <a:spAutoFit/>
            </a:bodyPr>
            <a:lstStyle/>
            <a:p>
              <a:pPr algn="ctr"/>
              <a:r>
                <a:rPr lang="en-US" sz="2400" b="1" dirty="0" smtClean="0">
                  <a:solidFill>
                    <a:srgbClr val="F0EEF0"/>
                  </a:solidFill>
                  <a:latin typeface="Tw Cen MT" panose="020B0602020104020603" pitchFamily="34" charset="0"/>
                </a:rPr>
                <a:t>Objective</a:t>
              </a:r>
              <a:endParaRPr lang="en-US" sz="2400" b="1" dirty="0">
                <a:solidFill>
                  <a:srgbClr val="F0EEF0"/>
                </a:solidFill>
                <a:latin typeface="Tw Cen MT" panose="020B0602020104020603" pitchFamily="34" charset="0"/>
              </a:endParaRPr>
            </a:p>
            <a:p>
              <a:pPr algn="ctr"/>
              <a:endParaRPr lang="en-US" sz="2400" b="1" dirty="0">
                <a:solidFill>
                  <a:srgbClr val="F0EEF0"/>
                </a:solidFill>
                <a:latin typeface="Tw Cen MT" panose="020B0602020104020603" pitchFamily="34" charset="0"/>
              </a:endParaRPr>
            </a:p>
          </p:txBody>
        </p:sp>
        <p:pic>
          <p:nvPicPr>
            <p:cNvPr id="47" name="Picture 46">
              <a:extLst>
                <a:ext uri="{FF2B5EF4-FFF2-40B4-BE49-F238E27FC236}">
                  <a16:creationId xmlns="" xmlns:a16="http://schemas.microsoft.com/office/drawing/2014/main" id="{7654DCD4-7920-4D83-8D7F-6D3A71A169A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48" name="Group 47">
            <a:extLst>
              <a:ext uri="{FF2B5EF4-FFF2-40B4-BE49-F238E27FC236}">
                <a16:creationId xmlns="" xmlns:a16="http://schemas.microsoft.com/office/drawing/2014/main" id="{7A67CF96-B24C-4BAD-8466-B32ECC2753A1}"/>
              </a:ext>
            </a:extLst>
          </p:cNvPr>
          <p:cNvGrpSpPr/>
          <p:nvPr/>
        </p:nvGrpSpPr>
        <p:grpSpPr>
          <a:xfrm>
            <a:off x="-7985197" y="0"/>
            <a:ext cx="9574094" cy="6858000"/>
            <a:chOff x="491575" y="0"/>
            <a:chExt cx="9574094" cy="6858000"/>
          </a:xfrm>
        </p:grpSpPr>
        <p:sp>
          <p:nvSpPr>
            <p:cNvPr id="49" name="Rectangle 48">
              <a:extLst>
                <a:ext uri="{FF2B5EF4-FFF2-40B4-BE49-F238E27FC236}">
                  <a16:creationId xmlns="" xmlns:a16="http://schemas.microsoft.com/office/drawing/2014/main" id="{8B7B7434-49BE-47D6-BAE6-9B9134F0EC8C}"/>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reeform: Shape 80">
              <a:extLst>
                <a:ext uri="{FF2B5EF4-FFF2-40B4-BE49-F238E27FC236}">
                  <a16:creationId xmlns="" xmlns:a16="http://schemas.microsoft.com/office/drawing/2014/main" id="{080296C0-D397-432D-B5A1-CA7DA186EB14}"/>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TextBox 81">
              <a:extLst>
                <a:ext uri="{FF2B5EF4-FFF2-40B4-BE49-F238E27FC236}">
                  <a16:creationId xmlns="" xmlns:a16="http://schemas.microsoft.com/office/drawing/2014/main" id="{73DE47E8-526D-4A96-A671-69E14D20D1EB}"/>
                </a:ext>
              </a:extLst>
            </p:cNvPr>
            <p:cNvSpPr txBox="1"/>
            <p:nvPr/>
          </p:nvSpPr>
          <p:spPr>
            <a:xfrm rot="16200000">
              <a:off x="8746453" y="3281943"/>
              <a:ext cx="1992086" cy="461665"/>
            </a:xfrm>
            <a:prstGeom prst="rect">
              <a:avLst/>
            </a:prstGeom>
            <a:noFill/>
          </p:spPr>
          <p:txBody>
            <a:bodyPr wrap="square" rtlCol="0">
              <a:spAutoFit/>
            </a:bodyPr>
            <a:lstStyle/>
            <a:p>
              <a:pPr algn="ctr"/>
              <a:r>
                <a:rPr lang="en-US" sz="2400" b="1" dirty="0" smtClean="0">
                  <a:solidFill>
                    <a:srgbClr val="F0EEF0"/>
                  </a:solidFill>
                  <a:latin typeface="Tw Cen MT" panose="020B0602020104020603" pitchFamily="34" charset="0"/>
                </a:rPr>
                <a:t>Algorithm</a:t>
              </a:r>
              <a:endParaRPr lang="en-US" sz="2400" b="1" dirty="0">
                <a:solidFill>
                  <a:srgbClr val="F0EEF0"/>
                </a:solidFill>
                <a:latin typeface="Tw Cen MT" panose="020B0602020104020603" pitchFamily="34" charset="0"/>
              </a:endParaRPr>
            </a:p>
          </p:txBody>
        </p:sp>
        <p:pic>
          <p:nvPicPr>
            <p:cNvPr id="83" name="Picture 82">
              <a:extLst>
                <a:ext uri="{FF2B5EF4-FFF2-40B4-BE49-F238E27FC236}">
                  <a16:creationId xmlns="" xmlns:a16="http://schemas.microsoft.com/office/drawing/2014/main" id="{7FD4AAEC-83E5-4832-BEA2-517A195B2A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sp>
        <p:nvSpPr>
          <p:cNvPr id="84" name="Rectangle 83">
            <a:extLst>
              <a:ext uri="{FF2B5EF4-FFF2-40B4-BE49-F238E27FC236}">
                <a16:creationId xmlns="" xmlns:a16="http://schemas.microsoft.com/office/drawing/2014/main" id="{3C6BBB46-3AAE-49B1-8F56-3535CC357FEB}"/>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5" name="Group 84">
            <a:extLst>
              <a:ext uri="{FF2B5EF4-FFF2-40B4-BE49-F238E27FC236}">
                <a16:creationId xmlns="" xmlns:a16="http://schemas.microsoft.com/office/drawing/2014/main" id="{FA452EB0-3109-45BB-9389-19F84818FE30}"/>
              </a:ext>
            </a:extLst>
          </p:cNvPr>
          <p:cNvGrpSpPr/>
          <p:nvPr/>
        </p:nvGrpSpPr>
        <p:grpSpPr>
          <a:xfrm>
            <a:off x="-7638543" y="-1"/>
            <a:ext cx="8692331" cy="6858000"/>
            <a:chOff x="718505" y="-1"/>
            <a:chExt cx="8692331" cy="6858000"/>
          </a:xfrm>
        </p:grpSpPr>
        <p:sp>
          <p:nvSpPr>
            <p:cNvPr id="86" name="Rectangle 85">
              <a:extLst>
                <a:ext uri="{FF2B5EF4-FFF2-40B4-BE49-F238E27FC236}">
                  <a16:creationId xmlns="" xmlns:a16="http://schemas.microsoft.com/office/drawing/2014/main" id="{DF941D0C-24DA-4E77-BE08-34D6F94BD6FB}"/>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Freeform: Shape 86">
              <a:extLst>
                <a:ext uri="{FF2B5EF4-FFF2-40B4-BE49-F238E27FC236}">
                  <a16:creationId xmlns="" xmlns:a16="http://schemas.microsoft.com/office/drawing/2014/main" id="{09747D82-077A-45F5-8822-6A7F978E7845}"/>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TextBox 87">
              <a:extLst>
                <a:ext uri="{FF2B5EF4-FFF2-40B4-BE49-F238E27FC236}">
                  <a16:creationId xmlns="" xmlns:a16="http://schemas.microsoft.com/office/drawing/2014/main" id="{D0B26FA9-EA76-44C1-BA33-E4EBB060AC7E}"/>
                </a:ext>
              </a:extLst>
            </p:cNvPr>
            <p:cNvSpPr txBox="1"/>
            <p:nvPr/>
          </p:nvSpPr>
          <p:spPr>
            <a:xfrm rot="16200000">
              <a:off x="8091629" y="3251164"/>
              <a:ext cx="1992086" cy="523220"/>
            </a:xfrm>
            <a:prstGeom prst="rect">
              <a:avLst/>
            </a:prstGeom>
            <a:noFill/>
          </p:spPr>
          <p:txBody>
            <a:bodyPr wrap="square" rtlCol="0">
              <a:spAutoFit/>
            </a:bodyPr>
            <a:lstStyle/>
            <a:p>
              <a:pPr algn="ctr"/>
              <a:r>
                <a:rPr lang="en-US" sz="2800" b="1" dirty="0">
                  <a:solidFill>
                    <a:srgbClr val="F0EEF0"/>
                  </a:solidFill>
                  <a:latin typeface="Tw Cen MT" panose="020B0602020104020603" pitchFamily="34" charset="0"/>
                </a:rPr>
                <a:t>Conclusion</a:t>
              </a:r>
            </a:p>
          </p:txBody>
        </p:sp>
        <p:pic>
          <p:nvPicPr>
            <p:cNvPr id="89" name="Picture 88">
              <a:extLst>
                <a:ext uri="{FF2B5EF4-FFF2-40B4-BE49-F238E27FC236}">
                  <a16:creationId xmlns="" xmlns:a16="http://schemas.microsoft.com/office/drawing/2014/main" id="{EF138C1A-5B68-42BE-B6B8-0EE1F473856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90" name="Group 89">
            <a:extLst>
              <a:ext uri="{FF2B5EF4-FFF2-40B4-BE49-F238E27FC236}">
                <a16:creationId xmlns="" xmlns:a16="http://schemas.microsoft.com/office/drawing/2014/main" id="{2C48F6F2-7791-4D91-ADEC-77FE8FA739E3}"/>
              </a:ext>
            </a:extLst>
          </p:cNvPr>
          <p:cNvGrpSpPr/>
          <p:nvPr/>
        </p:nvGrpSpPr>
        <p:grpSpPr>
          <a:xfrm>
            <a:off x="-9395082" y="-1"/>
            <a:ext cx="9927504" cy="6858000"/>
            <a:chOff x="-9337032" y="-1"/>
            <a:chExt cx="9927504" cy="6858000"/>
          </a:xfrm>
        </p:grpSpPr>
        <p:sp>
          <p:nvSpPr>
            <p:cNvPr id="91" name="Rectangle 90">
              <a:extLst>
                <a:ext uri="{FF2B5EF4-FFF2-40B4-BE49-F238E27FC236}">
                  <a16:creationId xmlns="" xmlns:a16="http://schemas.microsoft.com/office/drawing/2014/main" id="{F8ED37E9-9873-442F-9B7C-7F4BC1A8F51E}"/>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Freeform: Shape 91">
              <a:extLst>
                <a:ext uri="{FF2B5EF4-FFF2-40B4-BE49-F238E27FC236}">
                  <a16:creationId xmlns="" xmlns:a16="http://schemas.microsoft.com/office/drawing/2014/main" id="{F2E020DE-B46A-4F47-97AB-BB6C9038FA2E}"/>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3" name="TextBox 92">
              <a:extLst>
                <a:ext uri="{FF2B5EF4-FFF2-40B4-BE49-F238E27FC236}">
                  <a16:creationId xmlns="" xmlns:a16="http://schemas.microsoft.com/office/drawing/2014/main" id="{7CF05B7C-3B2D-4CAB-9132-7B756B442063}"/>
                </a:ext>
              </a:extLst>
            </p:cNvPr>
            <p:cNvSpPr txBox="1"/>
            <p:nvPr/>
          </p:nvSpPr>
          <p:spPr>
            <a:xfrm rot="16200000">
              <a:off x="-738260" y="3189608"/>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Thank u</a:t>
              </a:r>
            </a:p>
          </p:txBody>
        </p:sp>
        <p:pic>
          <p:nvPicPr>
            <p:cNvPr id="94" name="Picture 93">
              <a:extLst>
                <a:ext uri="{FF2B5EF4-FFF2-40B4-BE49-F238E27FC236}">
                  <a16:creationId xmlns="" xmlns:a16="http://schemas.microsoft.com/office/drawing/2014/main" id="{A04E2F48-2025-4003-B590-1DD95771063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sp>
        <p:nvSpPr>
          <p:cNvPr id="2" name="TextBox 1"/>
          <p:cNvSpPr txBox="1"/>
          <p:nvPr/>
        </p:nvSpPr>
        <p:spPr>
          <a:xfrm>
            <a:off x="3031958" y="1687179"/>
            <a:ext cx="6797842" cy="3785652"/>
          </a:xfrm>
          <a:prstGeom prst="rect">
            <a:avLst/>
          </a:prstGeom>
          <a:noFill/>
        </p:spPr>
        <p:txBody>
          <a:bodyPr wrap="square" rtlCol="0">
            <a:spAutoFit/>
          </a:bodyPr>
          <a:lstStyle/>
          <a:p>
            <a:pPr marL="342900" indent="-342900">
              <a:lnSpc>
                <a:spcPct val="150000"/>
              </a:lnSpc>
              <a:buFont typeface="Wingdings" pitchFamily="2" charset="2"/>
              <a:buChar char="v"/>
            </a:pPr>
            <a:r>
              <a:rPr lang="en-US" sz="2400" dirty="0"/>
              <a:t>Recent years healthcare data is growing very vastly and it has different dimensions such as structured, semi-structured and unstructured. </a:t>
            </a:r>
            <a:endParaRPr lang="en-US" sz="2400" dirty="0" smtClean="0"/>
          </a:p>
          <a:p>
            <a:pPr marL="342900" indent="-342900">
              <a:lnSpc>
                <a:spcPct val="150000"/>
              </a:lnSpc>
              <a:buFont typeface="Wingdings" pitchFamily="2" charset="2"/>
              <a:buChar char="v"/>
            </a:pPr>
            <a:r>
              <a:rPr lang="en-US" sz="2400" dirty="0" smtClean="0"/>
              <a:t>Paper </a:t>
            </a:r>
            <a:r>
              <a:rPr lang="en-US" sz="2400" dirty="0"/>
              <a:t>work and its analysis takes more time in providing services in the area of healthcare.</a:t>
            </a:r>
          </a:p>
          <a:p>
            <a:pPr marL="342900" indent="-342900">
              <a:buFont typeface="Wingdings" pitchFamily="2" charset="2"/>
              <a:buChar char="v"/>
            </a:pPr>
            <a:endParaRPr lang="en-GB" sz="2400" dirty="0"/>
          </a:p>
          <a:p>
            <a:pPr marL="285750" indent="-285750">
              <a:buFont typeface="Wingdings" pitchFamily="2" charset="2"/>
              <a:buChar char="v"/>
            </a:pPr>
            <a:endParaRPr lang="en-GB" dirty="0"/>
          </a:p>
          <a:p>
            <a:endParaRPr lang="en-IN" dirty="0"/>
          </a:p>
        </p:txBody>
      </p:sp>
      <p:sp>
        <p:nvSpPr>
          <p:cNvPr id="3" name="TextBox 2"/>
          <p:cNvSpPr txBox="1"/>
          <p:nvPr/>
        </p:nvSpPr>
        <p:spPr>
          <a:xfrm>
            <a:off x="3128211" y="733926"/>
            <a:ext cx="6100010" cy="830997"/>
          </a:xfrm>
          <a:prstGeom prst="rect">
            <a:avLst/>
          </a:prstGeom>
          <a:noFill/>
        </p:spPr>
        <p:txBody>
          <a:bodyPr wrap="square" rtlCol="0">
            <a:spAutoFit/>
          </a:bodyPr>
          <a:lstStyle/>
          <a:p>
            <a:r>
              <a:rPr lang="en-IN" sz="4800" dirty="0" smtClean="0">
                <a:solidFill>
                  <a:srgbClr val="FF5969"/>
                </a:solidFill>
                <a:latin typeface="Tw Cen MT" pitchFamily="34" charset="0"/>
              </a:rPr>
              <a:t>Cont’d</a:t>
            </a:r>
            <a:endParaRPr lang="en-IN" sz="4800" dirty="0">
              <a:solidFill>
                <a:srgbClr val="FF5969"/>
              </a:solidFill>
              <a:latin typeface="Tw Cen MT" pitchFamily="34" charset="0"/>
            </a:endParaRPr>
          </a:p>
        </p:txBody>
      </p:sp>
    </p:spTree>
    <p:extLst>
      <p:ext uri="{BB962C8B-B14F-4D97-AF65-F5344CB8AC3E}">
        <p14:creationId xmlns:p14="http://schemas.microsoft.com/office/powerpoint/2010/main" val="352118251"/>
      </p:ext>
    </p:extLst>
  </p:cSld>
  <p:clrMapOvr>
    <a:masterClrMapping/>
  </p:clrMapOvr>
  <p:transition spd="med">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49">
            <a:extLst>
              <a:ext uri="{FF2B5EF4-FFF2-40B4-BE49-F238E27FC236}">
                <a16:creationId xmlns="" xmlns:a16="http://schemas.microsoft.com/office/drawing/2014/main" id="{038E6734-F7ED-4197-AE1C-DE222063D26D}"/>
              </a:ext>
            </a:extLst>
          </p:cNvPr>
          <p:cNvGrpSpPr/>
          <p:nvPr/>
        </p:nvGrpSpPr>
        <p:grpSpPr>
          <a:xfrm>
            <a:off x="-290920" y="0"/>
            <a:ext cx="12482920" cy="6858000"/>
            <a:chOff x="-290920" y="0"/>
            <a:chExt cx="12482920" cy="6858000"/>
          </a:xfrm>
        </p:grpSpPr>
        <p:sp>
          <p:nvSpPr>
            <p:cNvPr id="51" name="Rectangle 50">
              <a:extLst>
                <a:ext uri="{FF2B5EF4-FFF2-40B4-BE49-F238E27FC236}">
                  <a16:creationId xmlns="" xmlns:a16="http://schemas.microsoft.com/office/drawing/2014/main" id="{B7FF06C6-EDB2-4E2A-B33F-9667DAB48738}"/>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Shape 51">
              <a:extLst>
                <a:ext uri="{FF2B5EF4-FFF2-40B4-BE49-F238E27FC236}">
                  <a16:creationId xmlns="" xmlns:a16="http://schemas.microsoft.com/office/drawing/2014/main" id="{DD389168-73D4-4CCF-B806-15F4C9CFBC65}"/>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 xmlns:a16="http://schemas.microsoft.com/office/drawing/2014/main" id="{FD36EBE0-2C84-494E-9C0B-54A6EFA86DA6}"/>
                </a:ext>
              </a:extLst>
            </p:cNvPr>
            <p:cNvSpPr txBox="1"/>
            <p:nvPr/>
          </p:nvSpPr>
          <p:spPr>
            <a:xfrm rot="16200000">
              <a:off x="10872792" y="3194734"/>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about</a:t>
              </a:r>
            </a:p>
          </p:txBody>
        </p:sp>
        <p:pic>
          <p:nvPicPr>
            <p:cNvPr id="54" name="Picture 53">
              <a:extLst>
                <a:ext uri="{FF2B5EF4-FFF2-40B4-BE49-F238E27FC236}">
                  <a16:creationId xmlns="" xmlns:a16="http://schemas.microsoft.com/office/drawing/2014/main" id="{FE3F6E56-804E-434E-AD42-D62A42CB306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55" name="Group 54">
            <a:extLst>
              <a:ext uri="{FF2B5EF4-FFF2-40B4-BE49-F238E27FC236}">
                <a16:creationId xmlns="" xmlns:a16="http://schemas.microsoft.com/office/drawing/2014/main" id="{208D727C-49D3-4C59-91D3-816C0DD22E21}"/>
              </a:ext>
            </a:extLst>
          </p:cNvPr>
          <p:cNvGrpSpPr/>
          <p:nvPr/>
        </p:nvGrpSpPr>
        <p:grpSpPr>
          <a:xfrm>
            <a:off x="226788" y="-2"/>
            <a:ext cx="11837180" cy="6858000"/>
            <a:chOff x="213096" y="0"/>
            <a:chExt cx="11837180" cy="6858000"/>
          </a:xfrm>
        </p:grpSpPr>
        <p:sp>
          <p:nvSpPr>
            <p:cNvPr id="56" name="Rectangle 55">
              <a:extLst>
                <a:ext uri="{FF2B5EF4-FFF2-40B4-BE49-F238E27FC236}">
                  <a16:creationId xmlns="" xmlns:a16="http://schemas.microsoft.com/office/drawing/2014/main" id="{A369AF8C-7DC3-4D77-B3F1-5B8A444D2822}"/>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Freeform: Shape 56">
              <a:extLst>
                <a:ext uri="{FF2B5EF4-FFF2-40B4-BE49-F238E27FC236}">
                  <a16:creationId xmlns="" xmlns:a16="http://schemas.microsoft.com/office/drawing/2014/main" id="{6A173B44-EE6F-4236-9AB2-49524EA553D7}"/>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Box 57">
              <a:extLst>
                <a:ext uri="{FF2B5EF4-FFF2-40B4-BE49-F238E27FC236}">
                  <a16:creationId xmlns="" xmlns:a16="http://schemas.microsoft.com/office/drawing/2014/main" id="{B40A12D7-9F13-43EC-95DE-B85ADBCAA6B6}"/>
                </a:ext>
              </a:extLst>
            </p:cNvPr>
            <p:cNvSpPr txBox="1"/>
            <p:nvPr/>
          </p:nvSpPr>
          <p:spPr>
            <a:xfrm rot="16200000">
              <a:off x="10577180" y="3070942"/>
              <a:ext cx="1992086" cy="954107"/>
            </a:xfrm>
            <a:prstGeom prst="rect">
              <a:avLst/>
            </a:prstGeom>
            <a:noFill/>
          </p:spPr>
          <p:txBody>
            <a:bodyPr wrap="square" rtlCol="0">
              <a:spAutoFit/>
            </a:bodyPr>
            <a:lstStyle/>
            <a:p>
              <a:pPr algn="ctr"/>
              <a:r>
                <a:rPr lang="en-US" sz="2800" b="1" dirty="0" smtClean="0">
                  <a:solidFill>
                    <a:srgbClr val="F0EEF0"/>
                  </a:solidFill>
                  <a:latin typeface="Tw Cen MT" panose="020B0602020104020603" pitchFamily="34" charset="0"/>
                </a:rPr>
                <a:t>Scenario</a:t>
              </a:r>
              <a:endParaRPr lang="en-US" sz="2800" b="1" dirty="0">
                <a:solidFill>
                  <a:srgbClr val="F0EEF0"/>
                </a:solidFill>
                <a:latin typeface="Tw Cen MT" panose="020B0602020104020603" pitchFamily="34" charset="0"/>
              </a:endParaRPr>
            </a:p>
            <a:p>
              <a:pPr algn="ctr"/>
              <a:endParaRPr lang="en-US" sz="2800" b="1" dirty="0">
                <a:solidFill>
                  <a:srgbClr val="F0EEF0"/>
                </a:solidFill>
                <a:latin typeface="Tw Cen MT" panose="020B0602020104020603" pitchFamily="34" charset="0"/>
              </a:endParaRPr>
            </a:p>
          </p:txBody>
        </p:sp>
        <p:pic>
          <p:nvPicPr>
            <p:cNvPr id="59" name="Picture 58">
              <a:extLst>
                <a:ext uri="{FF2B5EF4-FFF2-40B4-BE49-F238E27FC236}">
                  <a16:creationId xmlns="" xmlns:a16="http://schemas.microsoft.com/office/drawing/2014/main" id="{BA271034-9DEF-432C-A1F3-B6470D25550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60" name="Group 59">
            <a:extLst>
              <a:ext uri="{FF2B5EF4-FFF2-40B4-BE49-F238E27FC236}">
                <a16:creationId xmlns="" xmlns:a16="http://schemas.microsoft.com/office/drawing/2014/main" id="{7728BA24-99D1-4E44-98AC-50745A94AD6C}"/>
              </a:ext>
            </a:extLst>
          </p:cNvPr>
          <p:cNvGrpSpPr/>
          <p:nvPr/>
        </p:nvGrpSpPr>
        <p:grpSpPr>
          <a:xfrm>
            <a:off x="1184133" y="-4"/>
            <a:ext cx="9961092" cy="6858000"/>
            <a:chOff x="491575" y="0"/>
            <a:chExt cx="9961092" cy="6858000"/>
          </a:xfrm>
        </p:grpSpPr>
        <p:sp>
          <p:nvSpPr>
            <p:cNvPr id="61" name="Rectangle 60">
              <a:extLst>
                <a:ext uri="{FF2B5EF4-FFF2-40B4-BE49-F238E27FC236}">
                  <a16:creationId xmlns="" xmlns:a16="http://schemas.microsoft.com/office/drawing/2014/main" id="{1079FD4E-778D-428A-B08F-1B97893971C7}"/>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 xmlns:a16="http://schemas.microsoft.com/office/drawing/2014/main" id="{67DB4514-65BA-420D-BBB3-CCF0A5B397CB}"/>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 xmlns:a16="http://schemas.microsoft.com/office/drawing/2014/main" id="{F86CE46E-7143-4535-BF09-36D36B082851}"/>
                </a:ext>
              </a:extLst>
            </p:cNvPr>
            <p:cNvSpPr txBox="1"/>
            <p:nvPr/>
          </p:nvSpPr>
          <p:spPr>
            <a:xfrm rot="16200000">
              <a:off x="9218116" y="3281941"/>
              <a:ext cx="1992086" cy="461665"/>
            </a:xfrm>
            <a:prstGeom prst="rect">
              <a:avLst/>
            </a:prstGeom>
            <a:noFill/>
          </p:spPr>
          <p:txBody>
            <a:bodyPr wrap="square" rtlCol="0">
              <a:spAutoFit/>
            </a:bodyPr>
            <a:lstStyle/>
            <a:p>
              <a:pPr algn="ctr"/>
              <a:r>
                <a:rPr lang="en-US" sz="2400" b="1" dirty="0" smtClean="0">
                  <a:solidFill>
                    <a:srgbClr val="F0EEF0"/>
                  </a:solidFill>
                  <a:latin typeface="Tw Cen MT" panose="020B0602020104020603" pitchFamily="34" charset="0"/>
                </a:rPr>
                <a:t>Objective</a:t>
              </a:r>
              <a:endParaRPr lang="en-US" sz="2400" b="1" dirty="0">
                <a:solidFill>
                  <a:srgbClr val="F0EEF0"/>
                </a:solidFill>
                <a:latin typeface="Tw Cen MT" panose="020B0602020104020603" pitchFamily="34" charset="0"/>
              </a:endParaRPr>
            </a:p>
          </p:txBody>
        </p:sp>
        <p:pic>
          <p:nvPicPr>
            <p:cNvPr id="64" name="Picture 63">
              <a:extLst>
                <a:ext uri="{FF2B5EF4-FFF2-40B4-BE49-F238E27FC236}">
                  <a16:creationId xmlns="" xmlns:a16="http://schemas.microsoft.com/office/drawing/2014/main" id="{4E9D2CC3-AE8C-4CF7-AC14-0BF3748D631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65" name="Group 64">
            <a:extLst>
              <a:ext uri="{FF2B5EF4-FFF2-40B4-BE49-F238E27FC236}">
                <a16:creationId xmlns="" xmlns:a16="http://schemas.microsoft.com/office/drawing/2014/main" id="{2704DBF9-F2DF-4744-9CBE-8384BF790E0F}"/>
              </a:ext>
            </a:extLst>
          </p:cNvPr>
          <p:cNvGrpSpPr/>
          <p:nvPr/>
        </p:nvGrpSpPr>
        <p:grpSpPr>
          <a:xfrm>
            <a:off x="-7985197" y="0"/>
            <a:ext cx="9574094" cy="6858000"/>
            <a:chOff x="491575" y="0"/>
            <a:chExt cx="9574094" cy="6858000"/>
          </a:xfrm>
        </p:grpSpPr>
        <p:sp>
          <p:nvSpPr>
            <p:cNvPr id="66" name="Rectangle 65">
              <a:extLst>
                <a:ext uri="{FF2B5EF4-FFF2-40B4-BE49-F238E27FC236}">
                  <a16:creationId xmlns="" xmlns:a16="http://schemas.microsoft.com/office/drawing/2014/main" id="{D409FCBC-490E-4134-BE82-9429CE5AB00A}"/>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Freeform: Shape 66">
              <a:extLst>
                <a:ext uri="{FF2B5EF4-FFF2-40B4-BE49-F238E27FC236}">
                  <a16:creationId xmlns="" xmlns:a16="http://schemas.microsoft.com/office/drawing/2014/main" id="{484E2370-4D03-4FD0-B29C-F763767296D4}"/>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TextBox 67">
              <a:extLst>
                <a:ext uri="{FF2B5EF4-FFF2-40B4-BE49-F238E27FC236}">
                  <a16:creationId xmlns="" xmlns:a16="http://schemas.microsoft.com/office/drawing/2014/main" id="{CE5F8F51-D3FD-42A1-8372-1B4B1B7C336A}"/>
                </a:ext>
              </a:extLst>
            </p:cNvPr>
            <p:cNvSpPr txBox="1"/>
            <p:nvPr/>
          </p:nvSpPr>
          <p:spPr>
            <a:xfrm rot="16200000">
              <a:off x="8746453" y="3281943"/>
              <a:ext cx="1992086" cy="461665"/>
            </a:xfrm>
            <a:prstGeom prst="rect">
              <a:avLst/>
            </a:prstGeom>
            <a:noFill/>
          </p:spPr>
          <p:txBody>
            <a:bodyPr wrap="square" rtlCol="0">
              <a:spAutoFit/>
            </a:bodyPr>
            <a:lstStyle/>
            <a:p>
              <a:pPr algn="ctr"/>
              <a:r>
                <a:rPr lang="en-US" sz="2400" b="1" dirty="0" smtClean="0">
                  <a:solidFill>
                    <a:srgbClr val="F0EEF0"/>
                  </a:solidFill>
                  <a:latin typeface="Tw Cen MT" panose="020B0602020104020603" pitchFamily="34" charset="0"/>
                </a:rPr>
                <a:t>Algorithm</a:t>
              </a:r>
              <a:endParaRPr lang="en-US" sz="2400" b="1" dirty="0">
                <a:solidFill>
                  <a:srgbClr val="F0EEF0"/>
                </a:solidFill>
                <a:latin typeface="Tw Cen MT" panose="020B0602020104020603" pitchFamily="34" charset="0"/>
              </a:endParaRPr>
            </a:p>
          </p:txBody>
        </p:sp>
        <p:pic>
          <p:nvPicPr>
            <p:cNvPr id="69" name="Picture 68">
              <a:extLst>
                <a:ext uri="{FF2B5EF4-FFF2-40B4-BE49-F238E27FC236}">
                  <a16:creationId xmlns="" xmlns:a16="http://schemas.microsoft.com/office/drawing/2014/main" id="{05E43CA3-886C-4010-B3E2-837CCC6F516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sp>
        <p:nvSpPr>
          <p:cNvPr id="70" name="Rectangle 69">
            <a:extLst>
              <a:ext uri="{FF2B5EF4-FFF2-40B4-BE49-F238E27FC236}">
                <a16:creationId xmlns="" xmlns:a16="http://schemas.microsoft.com/office/drawing/2014/main" id="{87E322DA-3D39-4A36-A521-33E75DDBFF71}"/>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 name="Group 70">
            <a:extLst>
              <a:ext uri="{FF2B5EF4-FFF2-40B4-BE49-F238E27FC236}">
                <a16:creationId xmlns="" xmlns:a16="http://schemas.microsoft.com/office/drawing/2014/main" id="{831F8BD9-F71B-4D2D-8A60-61BABDC384BB}"/>
              </a:ext>
            </a:extLst>
          </p:cNvPr>
          <p:cNvGrpSpPr/>
          <p:nvPr/>
        </p:nvGrpSpPr>
        <p:grpSpPr>
          <a:xfrm>
            <a:off x="-7638543" y="-1"/>
            <a:ext cx="8692331" cy="6858000"/>
            <a:chOff x="718505" y="-1"/>
            <a:chExt cx="8692331" cy="6858000"/>
          </a:xfrm>
        </p:grpSpPr>
        <p:sp>
          <p:nvSpPr>
            <p:cNvPr id="72" name="Rectangle 71">
              <a:extLst>
                <a:ext uri="{FF2B5EF4-FFF2-40B4-BE49-F238E27FC236}">
                  <a16:creationId xmlns="" xmlns:a16="http://schemas.microsoft.com/office/drawing/2014/main" id="{B470067C-2D0B-4A65-B940-C052473E9422}"/>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Shape 72">
              <a:extLst>
                <a:ext uri="{FF2B5EF4-FFF2-40B4-BE49-F238E27FC236}">
                  <a16:creationId xmlns="" xmlns:a16="http://schemas.microsoft.com/office/drawing/2014/main" id="{66B5D93C-8112-48DA-975B-9DDD27DEADD9}"/>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TextBox 73">
              <a:extLst>
                <a:ext uri="{FF2B5EF4-FFF2-40B4-BE49-F238E27FC236}">
                  <a16:creationId xmlns="" xmlns:a16="http://schemas.microsoft.com/office/drawing/2014/main" id="{6D3577A8-E9FC-43B7-B3E2-76EDDA51C160}"/>
                </a:ext>
              </a:extLst>
            </p:cNvPr>
            <p:cNvSpPr txBox="1"/>
            <p:nvPr/>
          </p:nvSpPr>
          <p:spPr>
            <a:xfrm rot="16200000">
              <a:off x="8091629" y="3251164"/>
              <a:ext cx="1992086" cy="523220"/>
            </a:xfrm>
            <a:prstGeom prst="rect">
              <a:avLst/>
            </a:prstGeom>
            <a:noFill/>
          </p:spPr>
          <p:txBody>
            <a:bodyPr wrap="square" rtlCol="0">
              <a:spAutoFit/>
            </a:bodyPr>
            <a:lstStyle/>
            <a:p>
              <a:pPr algn="ctr"/>
              <a:r>
                <a:rPr lang="en-US" sz="2800" b="1" dirty="0">
                  <a:solidFill>
                    <a:srgbClr val="F0EEF0"/>
                  </a:solidFill>
                  <a:latin typeface="Tw Cen MT" panose="020B0602020104020603" pitchFamily="34" charset="0"/>
                </a:rPr>
                <a:t>Conclusion</a:t>
              </a:r>
            </a:p>
          </p:txBody>
        </p:sp>
        <p:pic>
          <p:nvPicPr>
            <p:cNvPr id="75" name="Picture 74">
              <a:extLst>
                <a:ext uri="{FF2B5EF4-FFF2-40B4-BE49-F238E27FC236}">
                  <a16:creationId xmlns="" xmlns:a16="http://schemas.microsoft.com/office/drawing/2014/main" id="{36FD3106-E967-44D6-AB4D-A0DA183F7C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76" name="Group 75">
            <a:extLst>
              <a:ext uri="{FF2B5EF4-FFF2-40B4-BE49-F238E27FC236}">
                <a16:creationId xmlns="" xmlns:a16="http://schemas.microsoft.com/office/drawing/2014/main" id="{3E930874-288B-4537-8AA6-A601044D9580}"/>
              </a:ext>
            </a:extLst>
          </p:cNvPr>
          <p:cNvGrpSpPr/>
          <p:nvPr/>
        </p:nvGrpSpPr>
        <p:grpSpPr>
          <a:xfrm>
            <a:off x="-9395082" y="-1"/>
            <a:ext cx="9927504" cy="6858000"/>
            <a:chOff x="-9337032" y="-1"/>
            <a:chExt cx="9927504" cy="6858000"/>
          </a:xfrm>
        </p:grpSpPr>
        <p:sp>
          <p:nvSpPr>
            <p:cNvPr id="77" name="Rectangle 76">
              <a:extLst>
                <a:ext uri="{FF2B5EF4-FFF2-40B4-BE49-F238E27FC236}">
                  <a16:creationId xmlns="" xmlns:a16="http://schemas.microsoft.com/office/drawing/2014/main" id="{225CDF0F-0FD1-40B0-BD29-F7D200A3A066}"/>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Freeform: Shape 77">
              <a:extLst>
                <a:ext uri="{FF2B5EF4-FFF2-40B4-BE49-F238E27FC236}">
                  <a16:creationId xmlns="" xmlns:a16="http://schemas.microsoft.com/office/drawing/2014/main" id="{A02216B9-43DC-4135-9F3E-7EFEAD2EB420}"/>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TextBox 78">
              <a:extLst>
                <a:ext uri="{FF2B5EF4-FFF2-40B4-BE49-F238E27FC236}">
                  <a16:creationId xmlns="" xmlns:a16="http://schemas.microsoft.com/office/drawing/2014/main" id="{37342E0B-2429-4B98-AF6A-1DB087CBDE83}"/>
                </a:ext>
              </a:extLst>
            </p:cNvPr>
            <p:cNvSpPr txBox="1"/>
            <p:nvPr/>
          </p:nvSpPr>
          <p:spPr>
            <a:xfrm rot="16200000">
              <a:off x="-738260" y="3189608"/>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Thank u</a:t>
              </a:r>
            </a:p>
          </p:txBody>
        </p:sp>
        <p:pic>
          <p:nvPicPr>
            <p:cNvPr id="80" name="Picture 79">
              <a:extLst>
                <a:ext uri="{FF2B5EF4-FFF2-40B4-BE49-F238E27FC236}">
                  <a16:creationId xmlns="" xmlns:a16="http://schemas.microsoft.com/office/drawing/2014/main" id="{29879508-5AD7-4FE2-AD55-8AF69ECDBE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sp>
        <p:nvSpPr>
          <p:cNvPr id="4" name="TextBox 3">
            <a:extLst>
              <a:ext uri="{FF2B5EF4-FFF2-40B4-BE49-F238E27FC236}">
                <a16:creationId xmlns="" xmlns:a16="http://schemas.microsoft.com/office/drawing/2014/main" id="{5BBE55A3-11EF-4769-8546-4D70F696168D}"/>
              </a:ext>
            </a:extLst>
          </p:cNvPr>
          <p:cNvSpPr txBox="1"/>
          <p:nvPr/>
        </p:nvSpPr>
        <p:spPr>
          <a:xfrm>
            <a:off x="2322096" y="908367"/>
            <a:ext cx="7375358" cy="4801314"/>
          </a:xfrm>
          <a:prstGeom prst="rect">
            <a:avLst/>
          </a:prstGeom>
          <a:noFill/>
        </p:spPr>
        <p:txBody>
          <a:bodyPr wrap="square" rtlCol="0">
            <a:spAutoFit/>
          </a:bodyPr>
          <a:lstStyle/>
          <a:p>
            <a:pPr algn="ctr" fontAlgn="base"/>
            <a:r>
              <a:rPr lang="en-US" sz="4800" b="1" dirty="0" smtClean="0">
                <a:solidFill>
                  <a:srgbClr val="FF5969"/>
                </a:solidFill>
                <a:latin typeface="Tw Cen MT" pitchFamily="34" charset="0"/>
              </a:rPr>
              <a:t>Objective</a:t>
            </a:r>
            <a:endParaRPr lang="en-US" sz="2400" dirty="0" smtClean="0">
              <a:latin typeface="Tw Cen MT" pitchFamily="34" charset="0"/>
            </a:endParaRPr>
          </a:p>
          <a:p>
            <a:pPr marL="342900" indent="-342900" fontAlgn="base">
              <a:lnSpc>
                <a:spcPct val="150000"/>
              </a:lnSpc>
              <a:buFont typeface="Wingdings" pitchFamily="2" charset="2"/>
              <a:buChar char="v"/>
            </a:pPr>
            <a:r>
              <a:rPr lang="en-US" sz="2000" dirty="0" smtClean="0"/>
              <a:t>Approach </a:t>
            </a:r>
            <a:r>
              <a:rPr lang="en-US" sz="2000" dirty="0"/>
              <a:t>considers diabetes dataset in its experimentation because it's a life threatening chronic disease. </a:t>
            </a:r>
            <a:endParaRPr lang="en-US" sz="2000" dirty="0" smtClean="0"/>
          </a:p>
          <a:p>
            <a:pPr marL="342900" indent="-342900" fontAlgn="base">
              <a:lnSpc>
                <a:spcPct val="150000"/>
              </a:lnSpc>
              <a:buFont typeface="Wingdings" pitchFamily="2" charset="2"/>
              <a:buChar char="v"/>
            </a:pPr>
            <a:r>
              <a:rPr lang="en-US" sz="2000" dirty="0" smtClean="0"/>
              <a:t>In </a:t>
            </a:r>
            <a:r>
              <a:rPr lang="en-US" sz="2000" dirty="0"/>
              <a:t>this proposed approach different machine learning algorithms of different representations and mode of learning styles are considered in predicting diabetes type and based on the predictions we analyzed accuracy of individual algorithm. </a:t>
            </a:r>
            <a:endParaRPr lang="en-US" sz="2000" dirty="0" smtClean="0"/>
          </a:p>
          <a:p>
            <a:pPr marL="342900" indent="-342900" fontAlgn="base">
              <a:lnSpc>
                <a:spcPct val="150000"/>
              </a:lnSpc>
              <a:buFont typeface="Wingdings" pitchFamily="2" charset="2"/>
              <a:buChar char="v"/>
            </a:pPr>
            <a:r>
              <a:rPr lang="en-US" sz="2000" dirty="0" smtClean="0"/>
              <a:t>As </a:t>
            </a:r>
            <a:r>
              <a:rPr lang="en-US" sz="2000" dirty="0"/>
              <a:t>a result we identified most accurate algorithm which predicts data accurately with compared to other algorithms.</a:t>
            </a:r>
          </a:p>
          <a:p>
            <a:pPr marL="285750" indent="-285750" fontAlgn="base">
              <a:buFont typeface="Wingdings" panose="05000000000000000000" pitchFamily="2" charset="2"/>
              <a:buChar char="v"/>
            </a:pPr>
            <a:endParaRPr lang="en-US" sz="2000" dirty="0"/>
          </a:p>
        </p:txBody>
      </p:sp>
    </p:spTree>
    <p:extLst>
      <p:ext uri="{BB962C8B-B14F-4D97-AF65-F5344CB8AC3E}">
        <p14:creationId xmlns:p14="http://schemas.microsoft.com/office/powerpoint/2010/main" val="2624499212"/>
      </p:ext>
    </p:extLst>
  </p:cSld>
  <p:clrMapOvr>
    <a:masterClrMapping/>
  </p:clrMapOvr>
  <p:transition spd="med">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49">
            <a:extLst>
              <a:ext uri="{FF2B5EF4-FFF2-40B4-BE49-F238E27FC236}">
                <a16:creationId xmlns="" xmlns:a16="http://schemas.microsoft.com/office/drawing/2014/main" id="{038E6734-F7ED-4197-AE1C-DE222063D26D}"/>
              </a:ext>
            </a:extLst>
          </p:cNvPr>
          <p:cNvGrpSpPr/>
          <p:nvPr/>
        </p:nvGrpSpPr>
        <p:grpSpPr>
          <a:xfrm>
            <a:off x="-290920" y="0"/>
            <a:ext cx="12482920" cy="6858000"/>
            <a:chOff x="-290920" y="0"/>
            <a:chExt cx="12482920" cy="6858000"/>
          </a:xfrm>
        </p:grpSpPr>
        <p:sp>
          <p:nvSpPr>
            <p:cNvPr id="51" name="Rectangle 50">
              <a:extLst>
                <a:ext uri="{FF2B5EF4-FFF2-40B4-BE49-F238E27FC236}">
                  <a16:creationId xmlns="" xmlns:a16="http://schemas.microsoft.com/office/drawing/2014/main" id="{B7FF06C6-EDB2-4E2A-B33F-9667DAB48738}"/>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Shape 51">
              <a:extLst>
                <a:ext uri="{FF2B5EF4-FFF2-40B4-BE49-F238E27FC236}">
                  <a16:creationId xmlns="" xmlns:a16="http://schemas.microsoft.com/office/drawing/2014/main" id="{DD389168-73D4-4CCF-B806-15F4C9CFBC65}"/>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 xmlns:a16="http://schemas.microsoft.com/office/drawing/2014/main" id="{FD36EBE0-2C84-494E-9C0B-54A6EFA86DA6}"/>
                </a:ext>
              </a:extLst>
            </p:cNvPr>
            <p:cNvSpPr txBox="1"/>
            <p:nvPr/>
          </p:nvSpPr>
          <p:spPr>
            <a:xfrm rot="16200000">
              <a:off x="10872792" y="3194734"/>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about</a:t>
              </a:r>
            </a:p>
          </p:txBody>
        </p:sp>
        <p:pic>
          <p:nvPicPr>
            <p:cNvPr id="54" name="Picture 53">
              <a:extLst>
                <a:ext uri="{FF2B5EF4-FFF2-40B4-BE49-F238E27FC236}">
                  <a16:creationId xmlns="" xmlns:a16="http://schemas.microsoft.com/office/drawing/2014/main" id="{FE3F6E56-804E-434E-AD42-D62A42CB306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55" name="Group 54">
            <a:extLst>
              <a:ext uri="{FF2B5EF4-FFF2-40B4-BE49-F238E27FC236}">
                <a16:creationId xmlns="" xmlns:a16="http://schemas.microsoft.com/office/drawing/2014/main" id="{208D727C-49D3-4C59-91D3-816C0DD22E21}"/>
              </a:ext>
            </a:extLst>
          </p:cNvPr>
          <p:cNvGrpSpPr/>
          <p:nvPr/>
        </p:nvGrpSpPr>
        <p:grpSpPr>
          <a:xfrm>
            <a:off x="226788" y="-2"/>
            <a:ext cx="11837180" cy="6858000"/>
            <a:chOff x="213096" y="0"/>
            <a:chExt cx="11837180" cy="6858000"/>
          </a:xfrm>
        </p:grpSpPr>
        <p:sp>
          <p:nvSpPr>
            <p:cNvPr id="56" name="Rectangle 55">
              <a:extLst>
                <a:ext uri="{FF2B5EF4-FFF2-40B4-BE49-F238E27FC236}">
                  <a16:creationId xmlns="" xmlns:a16="http://schemas.microsoft.com/office/drawing/2014/main" id="{A369AF8C-7DC3-4D77-B3F1-5B8A444D2822}"/>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Freeform: Shape 56">
              <a:extLst>
                <a:ext uri="{FF2B5EF4-FFF2-40B4-BE49-F238E27FC236}">
                  <a16:creationId xmlns="" xmlns:a16="http://schemas.microsoft.com/office/drawing/2014/main" id="{6A173B44-EE6F-4236-9AB2-49524EA553D7}"/>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Box 57">
              <a:extLst>
                <a:ext uri="{FF2B5EF4-FFF2-40B4-BE49-F238E27FC236}">
                  <a16:creationId xmlns="" xmlns:a16="http://schemas.microsoft.com/office/drawing/2014/main" id="{B40A12D7-9F13-43EC-95DE-B85ADBCAA6B6}"/>
                </a:ext>
              </a:extLst>
            </p:cNvPr>
            <p:cNvSpPr txBox="1"/>
            <p:nvPr/>
          </p:nvSpPr>
          <p:spPr>
            <a:xfrm rot="16200000">
              <a:off x="10577180" y="3070942"/>
              <a:ext cx="1992086" cy="954107"/>
            </a:xfrm>
            <a:prstGeom prst="rect">
              <a:avLst/>
            </a:prstGeom>
            <a:noFill/>
          </p:spPr>
          <p:txBody>
            <a:bodyPr wrap="square" rtlCol="0">
              <a:spAutoFit/>
            </a:bodyPr>
            <a:lstStyle/>
            <a:p>
              <a:pPr algn="ctr"/>
              <a:r>
                <a:rPr lang="en-US" sz="2800" b="1" dirty="0" smtClean="0">
                  <a:solidFill>
                    <a:srgbClr val="F0EEF0"/>
                  </a:solidFill>
                  <a:latin typeface="Tw Cen MT" panose="020B0602020104020603" pitchFamily="34" charset="0"/>
                </a:rPr>
                <a:t>Scenario</a:t>
              </a:r>
              <a:endParaRPr lang="en-US" sz="2800" b="1" dirty="0">
                <a:solidFill>
                  <a:srgbClr val="F0EEF0"/>
                </a:solidFill>
                <a:latin typeface="Tw Cen MT" panose="020B0602020104020603" pitchFamily="34" charset="0"/>
              </a:endParaRPr>
            </a:p>
            <a:p>
              <a:pPr algn="ctr"/>
              <a:endParaRPr lang="en-US" sz="2800" b="1" dirty="0">
                <a:solidFill>
                  <a:srgbClr val="F0EEF0"/>
                </a:solidFill>
                <a:latin typeface="Tw Cen MT" panose="020B0602020104020603" pitchFamily="34" charset="0"/>
              </a:endParaRPr>
            </a:p>
          </p:txBody>
        </p:sp>
        <p:pic>
          <p:nvPicPr>
            <p:cNvPr id="59" name="Picture 58">
              <a:extLst>
                <a:ext uri="{FF2B5EF4-FFF2-40B4-BE49-F238E27FC236}">
                  <a16:creationId xmlns="" xmlns:a16="http://schemas.microsoft.com/office/drawing/2014/main" id="{BA271034-9DEF-432C-A1F3-B6470D25550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60" name="Group 59">
            <a:extLst>
              <a:ext uri="{FF2B5EF4-FFF2-40B4-BE49-F238E27FC236}">
                <a16:creationId xmlns="" xmlns:a16="http://schemas.microsoft.com/office/drawing/2014/main" id="{7728BA24-99D1-4E44-98AC-50745A94AD6C}"/>
              </a:ext>
            </a:extLst>
          </p:cNvPr>
          <p:cNvGrpSpPr/>
          <p:nvPr/>
        </p:nvGrpSpPr>
        <p:grpSpPr>
          <a:xfrm>
            <a:off x="1184133" y="9143"/>
            <a:ext cx="9984194" cy="6858000"/>
            <a:chOff x="491575" y="0"/>
            <a:chExt cx="9984194" cy="6858000"/>
          </a:xfrm>
        </p:grpSpPr>
        <p:sp>
          <p:nvSpPr>
            <p:cNvPr id="61" name="Rectangle 60">
              <a:extLst>
                <a:ext uri="{FF2B5EF4-FFF2-40B4-BE49-F238E27FC236}">
                  <a16:creationId xmlns="" xmlns:a16="http://schemas.microsoft.com/office/drawing/2014/main" id="{1079FD4E-778D-428A-B08F-1B97893971C7}"/>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 xmlns:a16="http://schemas.microsoft.com/office/drawing/2014/main" id="{67DB4514-65BA-420D-BBB3-CCF0A5B397CB}"/>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 xmlns:a16="http://schemas.microsoft.com/office/drawing/2014/main" id="{F86CE46E-7143-4535-BF09-36D36B082851}"/>
                </a:ext>
              </a:extLst>
            </p:cNvPr>
            <p:cNvSpPr txBox="1"/>
            <p:nvPr/>
          </p:nvSpPr>
          <p:spPr>
            <a:xfrm rot="16200000">
              <a:off x="9218116" y="3251163"/>
              <a:ext cx="1992086" cy="523220"/>
            </a:xfrm>
            <a:prstGeom prst="rect">
              <a:avLst/>
            </a:prstGeom>
            <a:noFill/>
          </p:spPr>
          <p:txBody>
            <a:bodyPr wrap="square" rtlCol="0">
              <a:spAutoFit/>
            </a:bodyPr>
            <a:lstStyle/>
            <a:p>
              <a:pPr algn="ctr"/>
              <a:r>
                <a:rPr lang="en-US" sz="2800" b="1" dirty="0" smtClean="0">
                  <a:solidFill>
                    <a:srgbClr val="F0EEF0"/>
                  </a:solidFill>
                  <a:latin typeface="Tw Cen MT" panose="020B0602020104020603" pitchFamily="34" charset="0"/>
                </a:rPr>
                <a:t>Dataset</a:t>
              </a:r>
              <a:endParaRPr lang="en-US" sz="2800" b="1" dirty="0">
                <a:solidFill>
                  <a:srgbClr val="F0EEF0"/>
                </a:solidFill>
                <a:latin typeface="Tw Cen MT" panose="020B0602020104020603" pitchFamily="34" charset="0"/>
              </a:endParaRPr>
            </a:p>
          </p:txBody>
        </p:sp>
        <p:pic>
          <p:nvPicPr>
            <p:cNvPr id="64" name="Picture 63">
              <a:extLst>
                <a:ext uri="{FF2B5EF4-FFF2-40B4-BE49-F238E27FC236}">
                  <a16:creationId xmlns="" xmlns:a16="http://schemas.microsoft.com/office/drawing/2014/main" id="{4E9D2CC3-AE8C-4CF7-AC14-0BF3748D631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65" name="Group 64">
            <a:extLst>
              <a:ext uri="{FF2B5EF4-FFF2-40B4-BE49-F238E27FC236}">
                <a16:creationId xmlns="" xmlns:a16="http://schemas.microsoft.com/office/drawing/2014/main" id="{2704DBF9-F2DF-4744-9CBE-8384BF790E0F}"/>
              </a:ext>
            </a:extLst>
          </p:cNvPr>
          <p:cNvGrpSpPr/>
          <p:nvPr/>
        </p:nvGrpSpPr>
        <p:grpSpPr>
          <a:xfrm>
            <a:off x="-7985197" y="0"/>
            <a:ext cx="9574094" cy="6858000"/>
            <a:chOff x="491575" y="0"/>
            <a:chExt cx="9574094" cy="6858000"/>
          </a:xfrm>
        </p:grpSpPr>
        <p:sp>
          <p:nvSpPr>
            <p:cNvPr id="66" name="Rectangle 65">
              <a:extLst>
                <a:ext uri="{FF2B5EF4-FFF2-40B4-BE49-F238E27FC236}">
                  <a16:creationId xmlns="" xmlns:a16="http://schemas.microsoft.com/office/drawing/2014/main" id="{D409FCBC-490E-4134-BE82-9429CE5AB00A}"/>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Freeform: Shape 66">
              <a:extLst>
                <a:ext uri="{FF2B5EF4-FFF2-40B4-BE49-F238E27FC236}">
                  <a16:creationId xmlns="" xmlns:a16="http://schemas.microsoft.com/office/drawing/2014/main" id="{484E2370-4D03-4FD0-B29C-F763767296D4}"/>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TextBox 67">
              <a:extLst>
                <a:ext uri="{FF2B5EF4-FFF2-40B4-BE49-F238E27FC236}">
                  <a16:creationId xmlns="" xmlns:a16="http://schemas.microsoft.com/office/drawing/2014/main" id="{CE5F8F51-D3FD-42A1-8372-1B4B1B7C336A}"/>
                </a:ext>
              </a:extLst>
            </p:cNvPr>
            <p:cNvSpPr txBox="1"/>
            <p:nvPr/>
          </p:nvSpPr>
          <p:spPr>
            <a:xfrm rot="16200000">
              <a:off x="8746453" y="3281943"/>
              <a:ext cx="1992086" cy="461665"/>
            </a:xfrm>
            <a:prstGeom prst="rect">
              <a:avLst/>
            </a:prstGeom>
            <a:noFill/>
          </p:spPr>
          <p:txBody>
            <a:bodyPr wrap="square" rtlCol="0">
              <a:spAutoFit/>
            </a:bodyPr>
            <a:lstStyle/>
            <a:p>
              <a:pPr algn="ctr"/>
              <a:r>
                <a:rPr lang="en-US" sz="2400" b="1" dirty="0" smtClean="0">
                  <a:solidFill>
                    <a:srgbClr val="F0EEF0"/>
                  </a:solidFill>
                  <a:latin typeface="Tw Cen MT" panose="020B0602020104020603" pitchFamily="34" charset="0"/>
                </a:rPr>
                <a:t>Algorithm</a:t>
              </a:r>
              <a:endParaRPr lang="en-US" sz="2400" b="1" dirty="0">
                <a:solidFill>
                  <a:srgbClr val="F0EEF0"/>
                </a:solidFill>
                <a:latin typeface="Tw Cen MT" panose="020B0602020104020603" pitchFamily="34" charset="0"/>
              </a:endParaRPr>
            </a:p>
          </p:txBody>
        </p:sp>
        <p:pic>
          <p:nvPicPr>
            <p:cNvPr id="69" name="Picture 68">
              <a:extLst>
                <a:ext uri="{FF2B5EF4-FFF2-40B4-BE49-F238E27FC236}">
                  <a16:creationId xmlns="" xmlns:a16="http://schemas.microsoft.com/office/drawing/2014/main" id="{05E43CA3-886C-4010-B3E2-837CCC6F516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sp>
        <p:nvSpPr>
          <p:cNvPr id="70" name="Rectangle 69">
            <a:extLst>
              <a:ext uri="{FF2B5EF4-FFF2-40B4-BE49-F238E27FC236}">
                <a16:creationId xmlns="" xmlns:a16="http://schemas.microsoft.com/office/drawing/2014/main" id="{87E322DA-3D39-4A36-A521-33E75DDBFF71}"/>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 name="Group 70">
            <a:extLst>
              <a:ext uri="{FF2B5EF4-FFF2-40B4-BE49-F238E27FC236}">
                <a16:creationId xmlns="" xmlns:a16="http://schemas.microsoft.com/office/drawing/2014/main" id="{831F8BD9-F71B-4D2D-8A60-61BABDC384BB}"/>
              </a:ext>
            </a:extLst>
          </p:cNvPr>
          <p:cNvGrpSpPr/>
          <p:nvPr/>
        </p:nvGrpSpPr>
        <p:grpSpPr>
          <a:xfrm>
            <a:off x="-7638543" y="-1"/>
            <a:ext cx="8692331" cy="6858000"/>
            <a:chOff x="718505" y="-1"/>
            <a:chExt cx="8692331" cy="6858000"/>
          </a:xfrm>
        </p:grpSpPr>
        <p:sp>
          <p:nvSpPr>
            <p:cNvPr id="72" name="Rectangle 71">
              <a:extLst>
                <a:ext uri="{FF2B5EF4-FFF2-40B4-BE49-F238E27FC236}">
                  <a16:creationId xmlns="" xmlns:a16="http://schemas.microsoft.com/office/drawing/2014/main" id="{B470067C-2D0B-4A65-B940-C052473E9422}"/>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Shape 72">
              <a:extLst>
                <a:ext uri="{FF2B5EF4-FFF2-40B4-BE49-F238E27FC236}">
                  <a16:creationId xmlns="" xmlns:a16="http://schemas.microsoft.com/office/drawing/2014/main" id="{66B5D93C-8112-48DA-975B-9DDD27DEADD9}"/>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TextBox 73">
              <a:extLst>
                <a:ext uri="{FF2B5EF4-FFF2-40B4-BE49-F238E27FC236}">
                  <a16:creationId xmlns="" xmlns:a16="http://schemas.microsoft.com/office/drawing/2014/main" id="{6D3577A8-E9FC-43B7-B3E2-76EDDA51C160}"/>
                </a:ext>
              </a:extLst>
            </p:cNvPr>
            <p:cNvSpPr txBox="1"/>
            <p:nvPr/>
          </p:nvSpPr>
          <p:spPr>
            <a:xfrm rot="16200000">
              <a:off x="8091629" y="3251164"/>
              <a:ext cx="1992086" cy="523220"/>
            </a:xfrm>
            <a:prstGeom prst="rect">
              <a:avLst/>
            </a:prstGeom>
            <a:noFill/>
          </p:spPr>
          <p:txBody>
            <a:bodyPr wrap="square" rtlCol="0">
              <a:spAutoFit/>
            </a:bodyPr>
            <a:lstStyle/>
            <a:p>
              <a:pPr algn="ctr"/>
              <a:r>
                <a:rPr lang="en-US" sz="2800" b="1" dirty="0">
                  <a:solidFill>
                    <a:srgbClr val="F0EEF0"/>
                  </a:solidFill>
                  <a:latin typeface="Tw Cen MT" panose="020B0602020104020603" pitchFamily="34" charset="0"/>
                </a:rPr>
                <a:t>Conclusion</a:t>
              </a:r>
            </a:p>
          </p:txBody>
        </p:sp>
        <p:pic>
          <p:nvPicPr>
            <p:cNvPr id="75" name="Picture 74">
              <a:extLst>
                <a:ext uri="{FF2B5EF4-FFF2-40B4-BE49-F238E27FC236}">
                  <a16:creationId xmlns="" xmlns:a16="http://schemas.microsoft.com/office/drawing/2014/main" id="{36FD3106-E967-44D6-AB4D-A0DA183F7C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76" name="Group 75">
            <a:extLst>
              <a:ext uri="{FF2B5EF4-FFF2-40B4-BE49-F238E27FC236}">
                <a16:creationId xmlns="" xmlns:a16="http://schemas.microsoft.com/office/drawing/2014/main" id="{3E930874-288B-4537-8AA6-A601044D9580}"/>
              </a:ext>
            </a:extLst>
          </p:cNvPr>
          <p:cNvGrpSpPr/>
          <p:nvPr/>
        </p:nvGrpSpPr>
        <p:grpSpPr>
          <a:xfrm>
            <a:off x="-9395082" y="9143"/>
            <a:ext cx="9927504" cy="6858000"/>
            <a:chOff x="-9337032" y="-1"/>
            <a:chExt cx="9927504" cy="6858000"/>
          </a:xfrm>
        </p:grpSpPr>
        <p:sp>
          <p:nvSpPr>
            <p:cNvPr id="77" name="Rectangle 76">
              <a:extLst>
                <a:ext uri="{FF2B5EF4-FFF2-40B4-BE49-F238E27FC236}">
                  <a16:creationId xmlns="" xmlns:a16="http://schemas.microsoft.com/office/drawing/2014/main" id="{225CDF0F-0FD1-40B0-BD29-F7D200A3A066}"/>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Freeform: Shape 77">
              <a:extLst>
                <a:ext uri="{FF2B5EF4-FFF2-40B4-BE49-F238E27FC236}">
                  <a16:creationId xmlns="" xmlns:a16="http://schemas.microsoft.com/office/drawing/2014/main" id="{A02216B9-43DC-4135-9F3E-7EFEAD2EB420}"/>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TextBox 78">
              <a:extLst>
                <a:ext uri="{FF2B5EF4-FFF2-40B4-BE49-F238E27FC236}">
                  <a16:creationId xmlns="" xmlns:a16="http://schemas.microsoft.com/office/drawing/2014/main" id="{37342E0B-2429-4B98-AF6A-1DB087CBDE83}"/>
                </a:ext>
              </a:extLst>
            </p:cNvPr>
            <p:cNvSpPr txBox="1"/>
            <p:nvPr/>
          </p:nvSpPr>
          <p:spPr>
            <a:xfrm rot="16200000">
              <a:off x="-738260" y="3189608"/>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Thank u</a:t>
              </a:r>
            </a:p>
          </p:txBody>
        </p:sp>
        <p:pic>
          <p:nvPicPr>
            <p:cNvPr id="80" name="Picture 79">
              <a:extLst>
                <a:ext uri="{FF2B5EF4-FFF2-40B4-BE49-F238E27FC236}">
                  <a16:creationId xmlns="" xmlns:a16="http://schemas.microsoft.com/office/drawing/2014/main" id="{29879508-5AD7-4FE2-AD55-8AF69ECDBE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sp>
        <p:nvSpPr>
          <p:cNvPr id="4" name="TextBox 3">
            <a:extLst>
              <a:ext uri="{FF2B5EF4-FFF2-40B4-BE49-F238E27FC236}">
                <a16:creationId xmlns="" xmlns:a16="http://schemas.microsoft.com/office/drawing/2014/main" id="{5BBE55A3-11EF-4769-8546-4D70F696168D}"/>
              </a:ext>
            </a:extLst>
          </p:cNvPr>
          <p:cNvSpPr txBox="1"/>
          <p:nvPr/>
        </p:nvSpPr>
        <p:spPr>
          <a:xfrm>
            <a:off x="3031957" y="1409953"/>
            <a:ext cx="6944867" cy="5262979"/>
          </a:xfrm>
          <a:prstGeom prst="rect">
            <a:avLst/>
          </a:prstGeom>
          <a:noFill/>
          <a:ln>
            <a:noFill/>
          </a:ln>
        </p:spPr>
        <p:txBody>
          <a:bodyPr wrap="square" rtlCol="0">
            <a:spAutoFit/>
          </a:bodyPr>
          <a:lstStyle/>
          <a:p>
            <a:endParaRPr lang="en-GB" sz="2000" dirty="0" smtClean="0"/>
          </a:p>
          <a:p>
            <a:endParaRPr lang="en-GB" sz="2000" dirty="0"/>
          </a:p>
          <a:p>
            <a:pPr marL="342900" indent="-342900">
              <a:buFont typeface="Wingdings" pitchFamily="2" charset="2"/>
              <a:buChar char="v"/>
            </a:pPr>
            <a:r>
              <a:rPr lang="en-GB" sz="2000" dirty="0" smtClean="0"/>
              <a:t>Number </a:t>
            </a:r>
            <a:r>
              <a:rPr lang="en-GB" sz="2000" dirty="0"/>
              <a:t>of features or attributes are 8.</a:t>
            </a:r>
          </a:p>
          <a:p>
            <a:pPr marL="342900" indent="-342900">
              <a:buFont typeface="Wingdings" pitchFamily="2" charset="2"/>
              <a:buChar char="v"/>
            </a:pPr>
            <a:endParaRPr lang="en-GB" sz="2000" dirty="0" smtClean="0"/>
          </a:p>
          <a:p>
            <a:pPr marL="342900" indent="-342900">
              <a:buFont typeface="Wingdings" pitchFamily="2" charset="2"/>
              <a:buChar char="v"/>
            </a:pPr>
            <a:r>
              <a:rPr lang="en-GB" sz="2000" dirty="0" smtClean="0"/>
              <a:t>Attribute </a:t>
            </a:r>
            <a:r>
              <a:rPr lang="en-GB" sz="2000" dirty="0"/>
              <a:t>names are</a:t>
            </a:r>
          </a:p>
          <a:p>
            <a:pPr marL="633222" indent="-514350">
              <a:buFont typeface="Wingdings" pitchFamily="2" charset="2"/>
              <a:buChar char="v"/>
            </a:pPr>
            <a:r>
              <a:rPr lang="en-GB" sz="2000" dirty="0" err="1"/>
              <a:t>Pragnecias</a:t>
            </a:r>
            <a:endParaRPr lang="en-GB" sz="2000" dirty="0"/>
          </a:p>
          <a:p>
            <a:pPr marL="633222" indent="-514350">
              <a:buFont typeface="Wingdings" pitchFamily="2" charset="2"/>
              <a:buChar char="v"/>
            </a:pPr>
            <a:r>
              <a:rPr lang="en-GB" sz="2000" dirty="0"/>
              <a:t>Glucose </a:t>
            </a:r>
          </a:p>
          <a:p>
            <a:pPr marL="633222" indent="-514350">
              <a:buFont typeface="Wingdings" pitchFamily="2" charset="2"/>
              <a:buChar char="v"/>
            </a:pPr>
            <a:r>
              <a:rPr lang="en-GB" sz="2000" dirty="0"/>
              <a:t>Blood </a:t>
            </a:r>
            <a:r>
              <a:rPr lang="en-GB" sz="2000" dirty="0" err="1"/>
              <a:t>plessure</a:t>
            </a:r>
            <a:endParaRPr lang="en-GB" sz="2000" dirty="0"/>
          </a:p>
          <a:p>
            <a:pPr marL="633222" indent="-514350">
              <a:buFont typeface="Wingdings" pitchFamily="2" charset="2"/>
              <a:buChar char="v"/>
            </a:pPr>
            <a:r>
              <a:rPr lang="en-GB" sz="2000" dirty="0" err="1"/>
              <a:t>Skinthickness</a:t>
            </a:r>
            <a:endParaRPr lang="en-GB" sz="2000" dirty="0"/>
          </a:p>
          <a:p>
            <a:pPr marL="633222" indent="-514350">
              <a:buFont typeface="Wingdings" pitchFamily="2" charset="2"/>
              <a:buChar char="v"/>
            </a:pPr>
            <a:r>
              <a:rPr lang="en-GB" sz="2000" dirty="0"/>
              <a:t>Insulin</a:t>
            </a:r>
          </a:p>
          <a:p>
            <a:pPr marL="633222" indent="-514350">
              <a:buFont typeface="Wingdings" pitchFamily="2" charset="2"/>
              <a:buChar char="v"/>
            </a:pPr>
            <a:r>
              <a:rPr lang="en-GB" sz="2000" dirty="0"/>
              <a:t>BMI</a:t>
            </a:r>
          </a:p>
          <a:p>
            <a:pPr marL="633222" indent="-514350">
              <a:buFont typeface="Wingdings" pitchFamily="2" charset="2"/>
              <a:buChar char="v"/>
            </a:pPr>
            <a:r>
              <a:rPr lang="en-GB" sz="2000" dirty="0"/>
              <a:t>Diabetes </a:t>
            </a:r>
            <a:r>
              <a:rPr lang="en-GB" sz="2000" dirty="0" err="1"/>
              <a:t>pedegree</a:t>
            </a:r>
            <a:r>
              <a:rPr lang="en-GB" sz="2000" dirty="0"/>
              <a:t> function</a:t>
            </a:r>
          </a:p>
          <a:p>
            <a:pPr marL="633222" indent="-514350">
              <a:buFont typeface="Wingdings" pitchFamily="2" charset="2"/>
              <a:buChar char="v"/>
            </a:pPr>
            <a:r>
              <a:rPr lang="en-GB" sz="2000" dirty="0"/>
              <a:t>Age </a:t>
            </a:r>
          </a:p>
          <a:p>
            <a:pPr marL="633222" indent="-514350">
              <a:buFont typeface="+mj-lt"/>
              <a:buAutoNum type="arabicPeriod"/>
            </a:pPr>
            <a:endParaRPr lang="en-GB" sz="2000" dirty="0"/>
          </a:p>
          <a:p>
            <a:pPr marL="342900" indent="-342900">
              <a:buFont typeface="Wingdings" pitchFamily="2" charset="2"/>
              <a:buChar char="v"/>
            </a:pPr>
            <a:r>
              <a:rPr lang="en-GB" sz="2000" dirty="0"/>
              <a:t>Number of rows are 2001. </a:t>
            </a:r>
          </a:p>
          <a:p>
            <a:endParaRPr lang="en-IN" dirty="0" smtClean="0"/>
          </a:p>
          <a:p>
            <a:endParaRPr lang="en-IN" dirty="0"/>
          </a:p>
        </p:txBody>
      </p:sp>
      <p:sp>
        <p:nvSpPr>
          <p:cNvPr id="2" name="TextBox 1"/>
          <p:cNvSpPr txBox="1"/>
          <p:nvPr/>
        </p:nvSpPr>
        <p:spPr>
          <a:xfrm>
            <a:off x="2851484" y="914400"/>
            <a:ext cx="6051884" cy="369332"/>
          </a:xfrm>
          <a:prstGeom prst="rect">
            <a:avLst/>
          </a:prstGeom>
          <a:noFill/>
        </p:spPr>
        <p:txBody>
          <a:bodyPr wrap="square" rtlCol="0">
            <a:spAutoFit/>
          </a:bodyPr>
          <a:lstStyle/>
          <a:p>
            <a:endParaRPr lang="en-IN" dirty="0"/>
          </a:p>
        </p:txBody>
      </p:sp>
      <p:sp>
        <p:nvSpPr>
          <p:cNvPr id="3" name="TextBox 2"/>
          <p:cNvSpPr txBox="1"/>
          <p:nvPr/>
        </p:nvSpPr>
        <p:spPr>
          <a:xfrm>
            <a:off x="2902257" y="914400"/>
            <a:ext cx="7074568" cy="1107996"/>
          </a:xfrm>
          <a:prstGeom prst="rect">
            <a:avLst/>
          </a:prstGeom>
          <a:noFill/>
        </p:spPr>
        <p:txBody>
          <a:bodyPr wrap="square" rtlCol="0">
            <a:spAutoFit/>
          </a:bodyPr>
          <a:lstStyle/>
          <a:p>
            <a:r>
              <a:rPr lang="en-IN" sz="4800" dirty="0" smtClean="0">
                <a:solidFill>
                  <a:srgbClr val="FF5969"/>
                </a:solidFill>
                <a:latin typeface="Tw Cen MT" pitchFamily="34" charset="0"/>
              </a:rPr>
              <a:t>Dataset Description</a:t>
            </a:r>
            <a:endParaRPr lang="en-IN" sz="4800" dirty="0">
              <a:solidFill>
                <a:srgbClr val="FF5969"/>
              </a:solidFill>
              <a:latin typeface="Tw Cen MT" pitchFamily="34" charset="0"/>
            </a:endParaRPr>
          </a:p>
          <a:p>
            <a:endParaRPr lang="en-IN" dirty="0"/>
          </a:p>
        </p:txBody>
      </p:sp>
    </p:spTree>
    <p:extLst>
      <p:ext uri="{BB962C8B-B14F-4D97-AF65-F5344CB8AC3E}">
        <p14:creationId xmlns:p14="http://schemas.microsoft.com/office/powerpoint/2010/main" val="1023480920"/>
      </p:ext>
    </p:extLst>
  </p:cSld>
  <p:clrMapOvr>
    <a:masterClrMapping/>
  </p:clrMapOvr>
  <p:transition spd="med">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49">
            <a:extLst>
              <a:ext uri="{FF2B5EF4-FFF2-40B4-BE49-F238E27FC236}">
                <a16:creationId xmlns="" xmlns:a16="http://schemas.microsoft.com/office/drawing/2014/main" id="{10781169-B7A4-446E-BD33-B9650367A7F9}"/>
              </a:ext>
            </a:extLst>
          </p:cNvPr>
          <p:cNvGrpSpPr/>
          <p:nvPr/>
        </p:nvGrpSpPr>
        <p:grpSpPr>
          <a:xfrm>
            <a:off x="-290920" y="0"/>
            <a:ext cx="12482920" cy="6858000"/>
            <a:chOff x="-290920" y="0"/>
            <a:chExt cx="12482920" cy="6858000"/>
          </a:xfrm>
        </p:grpSpPr>
        <p:sp>
          <p:nvSpPr>
            <p:cNvPr id="51" name="Rectangle 50">
              <a:extLst>
                <a:ext uri="{FF2B5EF4-FFF2-40B4-BE49-F238E27FC236}">
                  <a16:creationId xmlns="" xmlns:a16="http://schemas.microsoft.com/office/drawing/2014/main" id="{CED3AF08-30FC-4AFF-9C5C-99D0A7099514}"/>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Shape 51">
              <a:extLst>
                <a:ext uri="{FF2B5EF4-FFF2-40B4-BE49-F238E27FC236}">
                  <a16:creationId xmlns="" xmlns:a16="http://schemas.microsoft.com/office/drawing/2014/main" id="{99AF1FBA-9557-484A-B305-EE590A192E96}"/>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 xmlns:a16="http://schemas.microsoft.com/office/drawing/2014/main" id="{407E3AA2-679E-4924-AC1B-FE6C3A02C251}"/>
                </a:ext>
              </a:extLst>
            </p:cNvPr>
            <p:cNvSpPr txBox="1"/>
            <p:nvPr/>
          </p:nvSpPr>
          <p:spPr>
            <a:xfrm rot="16200000">
              <a:off x="10872792" y="3194734"/>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about</a:t>
              </a:r>
            </a:p>
          </p:txBody>
        </p:sp>
        <p:pic>
          <p:nvPicPr>
            <p:cNvPr id="54" name="Picture 53">
              <a:extLst>
                <a:ext uri="{FF2B5EF4-FFF2-40B4-BE49-F238E27FC236}">
                  <a16:creationId xmlns="" xmlns:a16="http://schemas.microsoft.com/office/drawing/2014/main" id="{CD9846FC-755F-4A0E-BAD3-A5D51C0E1E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55" name="Group 54">
            <a:extLst>
              <a:ext uri="{FF2B5EF4-FFF2-40B4-BE49-F238E27FC236}">
                <a16:creationId xmlns="" xmlns:a16="http://schemas.microsoft.com/office/drawing/2014/main" id="{F00A67C9-4929-4EFF-9CB6-292640CD2738}"/>
              </a:ext>
            </a:extLst>
          </p:cNvPr>
          <p:cNvGrpSpPr/>
          <p:nvPr/>
        </p:nvGrpSpPr>
        <p:grpSpPr>
          <a:xfrm>
            <a:off x="226788" y="-2"/>
            <a:ext cx="11865008" cy="6858000"/>
            <a:chOff x="213096" y="0"/>
            <a:chExt cx="11865008" cy="6858000"/>
          </a:xfrm>
        </p:grpSpPr>
        <p:sp>
          <p:nvSpPr>
            <p:cNvPr id="56" name="Rectangle 55">
              <a:extLst>
                <a:ext uri="{FF2B5EF4-FFF2-40B4-BE49-F238E27FC236}">
                  <a16:creationId xmlns="" xmlns:a16="http://schemas.microsoft.com/office/drawing/2014/main" id="{3E8CDB02-4760-4298-BC44-93A18EB02F13}"/>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Freeform: Shape 56">
              <a:extLst>
                <a:ext uri="{FF2B5EF4-FFF2-40B4-BE49-F238E27FC236}">
                  <a16:creationId xmlns="" xmlns:a16="http://schemas.microsoft.com/office/drawing/2014/main" id="{57C0FD50-5E69-463E-A01B-65E9D864A386}"/>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Box 57">
              <a:extLst>
                <a:ext uri="{FF2B5EF4-FFF2-40B4-BE49-F238E27FC236}">
                  <a16:creationId xmlns="" xmlns:a16="http://schemas.microsoft.com/office/drawing/2014/main" id="{04CBFB1D-37FD-419F-B98C-860BF5217905}"/>
                </a:ext>
              </a:extLst>
            </p:cNvPr>
            <p:cNvSpPr txBox="1"/>
            <p:nvPr/>
          </p:nvSpPr>
          <p:spPr>
            <a:xfrm rot="16200000">
              <a:off x="10605008" y="3065926"/>
              <a:ext cx="1992086" cy="954107"/>
            </a:xfrm>
            <a:prstGeom prst="rect">
              <a:avLst/>
            </a:prstGeom>
            <a:noFill/>
          </p:spPr>
          <p:txBody>
            <a:bodyPr wrap="square" rtlCol="0">
              <a:spAutoFit/>
            </a:bodyPr>
            <a:lstStyle/>
            <a:p>
              <a:pPr algn="ctr"/>
              <a:r>
                <a:rPr lang="en-US" sz="2800" b="1" dirty="0" smtClean="0">
                  <a:solidFill>
                    <a:srgbClr val="F0EEF0"/>
                  </a:solidFill>
                  <a:latin typeface="Tw Cen MT" panose="020B0602020104020603" pitchFamily="34" charset="0"/>
                </a:rPr>
                <a:t>Scenario</a:t>
              </a:r>
              <a:endParaRPr lang="en-US" sz="2800" b="1" dirty="0">
                <a:solidFill>
                  <a:srgbClr val="F0EEF0"/>
                </a:solidFill>
                <a:latin typeface="Tw Cen MT" panose="020B0602020104020603" pitchFamily="34" charset="0"/>
              </a:endParaRPr>
            </a:p>
            <a:p>
              <a:pPr algn="ctr"/>
              <a:endParaRPr lang="en-US" sz="2800" b="1" dirty="0">
                <a:solidFill>
                  <a:srgbClr val="F0EEF0"/>
                </a:solidFill>
                <a:latin typeface="Tw Cen MT" panose="020B0602020104020603" pitchFamily="34" charset="0"/>
              </a:endParaRPr>
            </a:p>
          </p:txBody>
        </p:sp>
        <p:pic>
          <p:nvPicPr>
            <p:cNvPr id="59" name="Picture 58">
              <a:extLst>
                <a:ext uri="{FF2B5EF4-FFF2-40B4-BE49-F238E27FC236}">
                  <a16:creationId xmlns="" xmlns:a16="http://schemas.microsoft.com/office/drawing/2014/main" id="{60B383F7-52C5-4FB7-AEC3-35A48D7354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60" name="Group 59">
            <a:extLst>
              <a:ext uri="{FF2B5EF4-FFF2-40B4-BE49-F238E27FC236}">
                <a16:creationId xmlns="" xmlns:a16="http://schemas.microsoft.com/office/drawing/2014/main" id="{6F7667A6-1C16-4F0A-A162-61BD16E6BE6B}"/>
              </a:ext>
            </a:extLst>
          </p:cNvPr>
          <p:cNvGrpSpPr/>
          <p:nvPr/>
        </p:nvGrpSpPr>
        <p:grpSpPr>
          <a:xfrm>
            <a:off x="1184133" y="0"/>
            <a:ext cx="10190082" cy="6858000"/>
            <a:chOff x="491575" y="0"/>
            <a:chExt cx="10190082" cy="6858000"/>
          </a:xfrm>
        </p:grpSpPr>
        <p:sp>
          <p:nvSpPr>
            <p:cNvPr id="61" name="Rectangle 60">
              <a:extLst>
                <a:ext uri="{FF2B5EF4-FFF2-40B4-BE49-F238E27FC236}">
                  <a16:creationId xmlns="" xmlns:a16="http://schemas.microsoft.com/office/drawing/2014/main" id="{0E8C29A9-4AAB-442C-A7A4-40DCCE0A9694}"/>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reeform: Shape 61">
              <a:extLst>
                <a:ext uri="{FF2B5EF4-FFF2-40B4-BE49-F238E27FC236}">
                  <a16:creationId xmlns="" xmlns:a16="http://schemas.microsoft.com/office/drawing/2014/main" id="{81520FE7-5699-4290-9C3C-51E0C60ECC6B}"/>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 xmlns:a16="http://schemas.microsoft.com/office/drawing/2014/main" id="{AFD50D6F-822B-4109-8B0C-BA004A0B7145}"/>
                </a:ext>
              </a:extLst>
            </p:cNvPr>
            <p:cNvSpPr txBox="1"/>
            <p:nvPr/>
          </p:nvSpPr>
          <p:spPr>
            <a:xfrm rot="16200000">
              <a:off x="9362449" y="3244890"/>
              <a:ext cx="1992086" cy="646331"/>
            </a:xfrm>
            <a:prstGeom prst="rect">
              <a:avLst/>
            </a:prstGeom>
            <a:noFill/>
          </p:spPr>
          <p:txBody>
            <a:bodyPr wrap="square" rtlCol="0">
              <a:spAutoFit/>
            </a:bodyPr>
            <a:lstStyle/>
            <a:p>
              <a:pPr algn="ctr"/>
              <a:r>
                <a:rPr lang="en-US" b="1" dirty="0" smtClean="0">
                  <a:solidFill>
                    <a:srgbClr val="F0EEF0"/>
                  </a:solidFill>
                  <a:latin typeface="Tw Cen MT" panose="020B0602020104020603" pitchFamily="34" charset="0"/>
                </a:rPr>
                <a:t>Objective</a:t>
              </a:r>
              <a:endParaRPr lang="en-US" b="1" dirty="0">
                <a:solidFill>
                  <a:srgbClr val="F0EEF0"/>
                </a:solidFill>
                <a:latin typeface="Tw Cen MT" panose="020B0602020104020603" pitchFamily="34" charset="0"/>
              </a:endParaRPr>
            </a:p>
            <a:p>
              <a:pPr algn="ctr"/>
              <a:endParaRPr lang="en-US" b="1" dirty="0">
                <a:solidFill>
                  <a:srgbClr val="F0EEF0"/>
                </a:solidFill>
                <a:latin typeface="Tw Cen MT" panose="020B0602020104020603" pitchFamily="34" charset="0"/>
              </a:endParaRPr>
            </a:p>
          </p:txBody>
        </p:sp>
        <p:pic>
          <p:nvPicPr>
            <p:cNvPr id="64" name="Picture 63">
              <a:extLst>
                <a:ext uri="{FF2B5EF4-FFF2-40B4-BE49-F238E27FC236}">
                  <a16:creationId xmlns="" xmlns:a16="http://schemas.microsoft.com/office/drawing/2014/main" id="{0376C61F-147B-441E-B32E-45D5BC1B66B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sp>
        <p:nvSpPr>
          <p:cNvPr id="70" name="Rectangle 69">
            <a:extLst>
              <a:ext uri="{FF2B5EF4-FFF2-40B4-BE49-F238E27FC236}">
                <a16:creationId xmlns="" xmlns:a16="http://schemas.microsoft.com/office/drawing/2014/main" id="{990CE96C-B0E8-49CB-B717-EBFFECB66027}"/>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5" name="Group 94">
            <a:extLst>
              <a:ext uri="{FF2B5EF4-FFF2-40B4-BE49-F238E27FC236}">
                <a16:creationId xmlns="" xmlns:a16="http://schemas.microsoft.com/office/drawing/2014/main" id="{4E70D3F9-D583-4ACD-8480-0F4A65ED3C83}"/>
              </a:ext>
            </a:extLst>
          </p:cNvPr>
          <p:cNvGrpSpPr/>
          <p:nvPr/>
        </p:nvGrpSpPr>
        <p:grpSpPr>
          <a:xfrm>
            <a:off x="1049062" y="0"/>
            <a:ext cx="9574094" cy="6858000"/>
            <a:chOff x="491575" y="0"/>
            <a:chExt cx="9574094" cy="6858000"/>
          </a:xfrm>
        </p:grpSpPr>
        <p:sp>
          <p:nvSpPr>
            <p:cNvPr id="96" name="Rectangle 95">
              <a:extLst>
                <a:ext uri="{FF2B5EF4-FFF2-40B4-BE49-F238E27FC236}">
                  <a16:creationId xmlns="" xmlns:a16="http://schemas.microsoft.com/office/drawing/2014/main" id="{321108FC-08B5-45CC-AB47-1104119B25FD}"/>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97" name="Freeform: Shape 96">
              <a:extLst>
                <a:ext uri="{FF2B5EF4-FFF2-40B4-BE49-F238E27FC236}">
                  <a16:creationId xmlns="" xmlns:a16="http://schemas.microsoft.com/office/drawing/2014/main" id="{96A47C8C-7F88-484E-817B-572BEDC2BC69}"/>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98" name="TextBox 97">
              <a:extLst>
                <a:ext uri="{FF2B5EF4-FFF2-40B4-BE49-F238E27FC236}">
                  <a16:creationId xmlns="" xmlns:a16="http://schemas.microsoft.com/office/drawing/2014/main" id="{E3DB5570-AC77-4396-9748-4183DF7C8396}"/>
                </a:ext>
              </a:extLst>
            </p:cNvPr>
            <p:cNvSpPr txBox="1"/>
            <p:nvPr/>
          </p:nvSpPr>
          <p:spPr>
            <a:xfrm rot="16200000">
              <a:off x="8793324" y="3440703"/>
              <a:ext cx="1992086" cy="523220"/>
            </a:xfrm>
            <a:prstGeom prst="rect">
              <a:avLst/>
            </a:prstGeom>
            <a:noFill/>
          </p:spPr>
          <p:txBody>
            <a:bodyPr wrap="square" rtlCol="0">
              <a:spAutoFit/>
            </a:bodyPr>
            <a:lstStyle/>
            <a:p>
              <a:pPr algn="ctr"/>
              <a:r>
                <a:rPr lang="en-US" sz="2800" b="1" dirty="0" smtClean="0">
                  <a:solidFill>
                    <a:srgbClr val="F0EEF0"/>
                  </a:solidFill>
                  <a:latin typeface="Tw Cen MT" panose="020B0602020104020603" pitchFamily="34" charset="0"/>
                </a:rPr>
                <a:t>Tools    </a:t>
              </a:r>
              <a:endParaRPr lang="en-US" sz="2800" b="1" dirty="0">
                <a:solidFill>
                  <a:srgbClr val="F0EEF0"/>
                </a:solidFill>
                <a:latin typeface="Tw Cen MT" panose="020B0602020104020603" pitchFamily="34" charset="0"/>
              </a:endParaRPr>
            </a:p>
          </p:txBody>
        </p:sp>
        <p:pic>
          <p:nvPicPr>
            <p:cNvPr id="99" name="Picture 98">
              <a:extLst>
                <a:ext uri="{FF2B5EF4-FFF2-40B4-BE49-F238E27FC236}">
                  <a16:creationId xmlns="" xmlns:a16="http://schemas.microsoft.com/office/drawing/2014/main" id="{F6ED4041-CDD9-443D-802E-47D4387906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71" name="Group 70">
            <a:extLst>
              <a:ext uri="{FF2B5EF4-FFF2-40B4-BE49-F238E27FC236}">
                <a16:creationId xmlns="" xmlns:a16="http://schemas.microsoft.com/office/drawing/2014/main" id="{E7044FAB-DB4A-4E59-B111-8CA4168E7FA4}"/>
              </a:ext>
            </a:extLst>
          </p:cNvPr>
          <p:cNvGrpSpPr/>
          <p:nvPr/>
        </p:nvGrpSpPr>
        <p:grpSpPr>
          <a:xfrm>
            <a:off x="-7638543" y="-1"/>
            <a:ext cx="8692331" cy="6858000"/>
            <a:chOff x="718505" y="-1"/>
            <a:chExt cx="8692331" cy="6858000"/>
          </a:xfrm>
        </p:grpSpPr>
        <p:sp>
          <p:nvSpPr>
            <p:cNvPr id="72" name="Rectangle 71">
              <a:extLst>
                <a:ext uri="{FF2B5EF4-FFF2-40B4-BE49-F238E27FC236}">
                  <a16:creationId xmlns="" xmlns:a16="http://schemas.microsoft.com/office/drawing/2014/main" id="{824F072A-08CC-4CC6-B5EF-C1833A244FA3}"/>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Shape 72">
              <a:extLst>
                <a:ext uri="{FF2B5EF4-FFF2-40B4-BE49-F238E27FC236}">
                  <a16:creationId xmlns="" xmlns:a16="http://schemas.microsoft.com/office/drawing/2014/main" id="{A3C6C4A9-8B6A-429B-980E-26CD0C3A573E}"/>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TextBox 73">
              <a:extLst>
                <a:ext uri="{FF2B5EF4-FFF2-40B4-BE49-F238E27FC236}">
                  <a16:creationId xmlns="" xmlns:a16="http://schemas.microsoft.com/office/drawing/2014/main" id="{858AC381-BFD1-4A89-AE49-8ADC853A6849}"/>
                </a:ext>
              </a:extLst>
            </p:cNvPr>
            <p:cNvSpPr txBox="1"/>
            <p:nvPr/>
          </p:nvSpPr>
          <p:spPr>
            <a:xfrm rot="16200000">
              <a:off x="8091629" y="3251164"/>
              <a:ext cx="1992086" cy="523220"/>
            </a:xfrm>
            <a:prstGeom prst="rect">
              <a:avLst/>
            </a:prstGeom>
            <a:noFill/>
          </p:spPr>
          <p:txBody>
            <a:bodyPr wrap="square" rtlCol="0">
              <a:spAutoFit/>
            </a:bodyPr>
            <a:lstStyle/>
            <a:p>
              <a:pPr algn="ctr"/>
              <a:r>
                <a:rPr lang="en-US" sz="2800" b="1" dirty="0">
                  <a:solidFill>
                    <a:srgbClr val="F0EEF0"/>
                  </a:solidFill>
                  <a:latin typeface="Tw Cen MT" panose="020B0602020104020603" pitchFamily="34" charset="0"/>
                </a:rPr>
                <a:t>Conclusion</a:t>
              </a:r>
            </a:p>
          </p:txBody>
        </p:sp>
        <p:pic>
          <p:nvPicPr>
            <p:cNvPr id="75" name="Picture 74">
              <a:extLst>
                <a:ext uri="{FF2B5EF4-FFF2-40B4-BE49-F238E27FC236}">
                  <a16:creationId xmlns="" xmlns:a16="http://schemas.microsoft.com/office/drawing/2014/main" id="{9DF2E944-82FA-495B-8A5C-9BDE263553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76" name="Group 75">
            <a:extLst>
              <a:ext uri="{FF2B5EF4-FFF2-40B4-BE49-F238E27FC236}">
                <a16:creationId xmlns="" xmlns:a16="http://schemas.microsoft.com/office/drawing/2014/main" id="{60E31D48-090A-4A9C-AF5C-4B0C49C47C7D}"/>
              </a:ext>
            </a:extLst>
          </p:cNvPr>
          <p:cNvGrpSpPr/>
          <p:nvPr/>
        </p:nvGrpSpPr>
        <p:grpSpPr>
          <a:xfrm>
            <a:off x="-9395082" y="-1"/>
            <a:ext cx="9927504" cy="6858000"/>
            <a:chOff x="-9337032" y="-1"/>
            <a:chExt cx="9927504" cy="6858000"/>
          </a:xfrm>
        </p:grpSpPr>
        <p:sp>
          <p:nvSpPr>
            <p:cNvPr id="77" name="Rectangle 76">
              <a:extLst>
                <a:ext uri="{FF2B5EF4-FFF2-40B4-BE49-F238E27FC236}">
                  <a16:creationId xmlns="" xmlns:a16="http://schemas.microsoft.com/office/drawing/2014/main" id="{3A79A714-CB74-4EFD-9BC1-A7F2F993842A}"/>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Freeform: Shape 77">
              <a:extLst>
                <a:ext uri="{FF2B5EF4-FFF2-40B4-BE49-F238E27FC236}">
                  <a16:creationId xmlns="" xmlns:a16="http://schemas.microsoft.com/office/drawing/2014/main" id="{B006C60A-833A-41C2-A553-8132E7B3A7DB}"/>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TextBox 78">
              <a:extLst>
                <a:ext uri="{FF2B5EF4-FFF2-40B4-BE49-F238E27FC236}">
                  <a16:creationId xmlns="" xmlns:a16="http://schemas.microsoft.com/office/drawing/2014/main" id="{95AECC6C-A520-4756-9163-08D14835D791}"/>
                </a:ext>
              </a:extLst>
            </p:cNvPr>
            <p:cNvSpPr txBox="1"/>
            <p:nvPr/>
          </p:nvSpPr>
          <p:spPr>
            <a:xfrm rot="16200000">
              <a:off x="-738260" y="3189608"/>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Thank u</a:t>
              </a:r>
            </a:p>
          </p:txBody>
        </p:sp>
        <p:pic>
          <p:nvPicPr>
            <p:cNvPr id="80" name="Picture 79">
              <a:extLst>
                <a:ext uri="{FF2B5EF4-FFF2-40B4-BE49-F238E27FC236}">
                  <a16:creationId xmlns="" xmlns:a16="http://schemas.microsoft.com/office/drawing/2014/main" id="{0F8A56B9-A504-4035-8439-53ED4617B8B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sp>
        <p:nvSpPr>
          <p:cNvPr id="3" name="TextBox 2">
            <a:extLst>
              <a:ext uri="{FF2B5EF4-FFF2-40B4-BE49-F238E27FC236}">
                <a16:creationId xmlns="" xmlns:a16="http://schemas.microsoft.com/office/drawing/2014/main" id="{F6A64E1C-EFE8-4D6A-B106-0DC2CA71B732}"/>
              </a:ext>
            </a:extLst>
          </p:cNvPr>
          <p:cNvSpPr txBox="1"/>
          <p:nvPr/>
        </p:nvSpPr>
        <p:spPr>
          <a:xfrm>
            <a:off x="2454443" y="1810996"/>
            <a:ext cx="6521116" cy="2123658"/>
          </a:xfrm>
          <a:prstGeom prst="rect">
            <a:avLst/>
          </a:prstGeom>
          <a:noFill/>
        </p:spPr>
        <p:txBody>
          <a:bodyPr wrap="square" rtlCol="0">
            <a:spAutoFit/>
          </a:bodyPr>
          <a:lstStyle/>
          <a:p>
            <a:pPr>
              <a:lnSpc>
                <a:spcPct val="150000"/>
              </a:lnSpc>
            </a:pPr>
            <a:r>
              <a:rPr lang="en-IN" sz="2800" b="1" dirty="0" smtClean="0"/>
              <a:t>Python IDLE</a:t>
            </a:r>
          </a:p>
          <a:p>
            <a:pPr>
              <a:lnSpc>
                <a:spcPct val="150000"/>
              </a:lnSpc>
            </a:pPr>
            <a:r>
              <a:rPr lang="en-IN" sz="2000" dirty="0" smtClean="0"/>
              <a:t>IDLE is </a:t>
            </a:r>
            <a:r>
              <a:rPr lang="en-IN" sz="2000" dirty="0"/>
              <a:t>Python's Integrated Development and Learning Environment. IDLE has the following features: coded in 100% pure Python, using the </a:t>
            </a:r>
            <a:r>
              <a:rPr lang="en-IN" sz="2000" dirty="0" err="1"/>
              <a:t>tkinter</a:t>
            </a:r>
            <a:r>
              <a:rPr lang="en-IN" sz="2000" dirty="0"/>
              <a:t> GUI toolkit.</a:t>
            </a:r>
          </a:p>
        </p:txBody>
      </p:sp>
      <p:sp>
        <p:nvSpPr>
          <p:cNvPr id="5" name="TextBox 4">
            <a:extLst>
              <a:ext uri="{FF2B5EF4-FFF2-40B4-BE49-F238E27FC236}">
                <a16:creationId xmlns="" xmlns:a16="http://schemas.microsoft.com/office/drawing/2014/main" id="{EAAD080B-178B-4EE9-A594-C98300970B1F}"/>
              </a:ext>
            </a:extLst>
          </p:cNvPr>
          <p:cNvSpPr txBox="1"/>
          <p:nvPr/>
        </p:nvSpPr>
        <p:spPr>
          <a:xfrm>
            <a:off x="2208995" y="767781"/>
            <a:ext cx="6035040" cy="1569660"/>
          </a:xfrm>
          <a:prstGeom prst="rect">
            <a:avLst/>
          </a:prstGeom>
          <a:noFill/>
        </p:spPr>
        <p:txBody>
          <a:bodyPr wrap="square" rtlCol="0">
            <a:spAutoFit/>
          </a:bodyPr>
          <a:lstStyle/>
          <a:p>
            <a:pPr algn="ctr"/>
            <a:r>
              <a:rPr lang="en-US" sz="4800" b="1" dirty="0" smtClean="0">
                <a:solidFill>
                  <a:schemeClr val="accent6"/>
                </a:solidFill>
                <a:latin typeface="Tw Cen MT" panose="020B0602020104020603" pitchFamily="34" charset="0"/>
              </a:rPr>
              <a:t>Tool Used</a:t>
            </a:r>
            <a:endParaRPr lang="en-IN" sz="4800" b="1" dirty="0">
              <a:solidFill>
                <a:schemeClr val="accent6"/>
              </a:solidFill>
              <a:latin typeface="Tw Cen MT" panose="020B0602020104020603" pitchFamily="34" charset="0"/>
            </a:endParaRPr>
          </a:p>
          <a:p>
            <a:pPr algn="ctr"/>
            <a:endParaRPr lang="en-IN" sz="4800" dirty="0">
              <a:solidFill>
                <a:schemeClr val="accent6"/>
              </a:solidFill>
            </a:endParaRPr>
          </a:p>
        </p:txBody>
      </p:sp>
    </p:spTree>
    <p:extLst>
      <p:ext uri="{BB962C8B-B14F-4D97-AF65-F5344CB8AC3E}">
        <p14:creationId xmlns:p14="http://schemas.microsoft.com/office/powerpoint/2010/main" val="1238308103"/>
      </p:ext>
    </p:extLst>
  </p:cSld>
  <p:clrMapOvr>
    <a:masterClrMapping/>
  </p:clrMapOvr>
  <p:transition spd="med">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49">
            <a:extLst>
              <a:ext uri="{FF2B5EF4-FFF2-40B4-BE49-F238E27FC236}">
                <a16:creationId xmlns="" xmlns:a16="http://schemas.microsoft.com/office/drawing/2014/main" id="{10781169-B7A4-446E-BD33-B9650367A7F9}"/>
              </a:ext>
            </a:extLst>
          </p:cNvPr>
          <p:cNvGrpSpPr/>
          <p:nvPr/>
        </p:nvGrpSpPr>
        <p:grpSpPr>
          <a:xfrm>
            <a:off x="-290920" y="0"/>
            <a:ext cx="12482920" cy="6858000"/>
            <a:chOff x="-290920" y="0"/>
            <a:chExt cx="12482920" cy="6858000"/>
          </a:xfrm>
        </p:grpSpPr>
        <p:sp>
          <p:nvSpPr>
            <p:cNvPr id="51" name="Rectangle 50">
              <a:extLst>
                <a:ext uri="{FF2B5EF4-FFF2-40B4-BE49-F238E27FC236}">
                  <a16:creationId xmlns="" xmlns:a16="http://schemas.microsoft.com/office/drawing/2014/main" id="{CED3AF08-30FC-4AFF-9C5C-99D0A7099514}"/>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Shape 51">
              <a:extLst>
                <a:ext uri="{FF2B5EF4-FFF2-40B4-BE49-F238E27FC236}">
                  <a16:creationId xmlns="" xmlns:a16="http://schemas.microsoft.com/office/drawing/2014/main" id="{99AF1FBA-9557-484A-B305-EE590A192E96}"/>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 xmlns:a16="http://schemas.microsoft.com/office/drawing/2014/main" id="{407E3AA2-679E-4924-AC1B-FE6C3A02C251}"/>
                </a:ext>
              </a:extLst>
            </p:cNvPr>
            <p:cNvSpPr txBox="1"/>
            <p:nvPr/>
          </p:nvSpPr>
          <p:spPr>
            <a:xfrm rot="16200000">
              <a:off x="10872792" y="3194734"/>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about</a:t>
              </a:r>
            </a:p>
          </p:txBody>
        </p:sp>
        <p:pic>
          <p:nvPicPr>
            <p:cNvPr id="54" name="Picture 53">
              <a:extLst>
                <a:ext uri="{FF2B5EF4-FFF2-40B4-BE49-F238E27FC236}">
                  <a16:creationId xmlns="" xmlns:a16="http://schemas.microsoft.com/office/drawing/2014/main" id="{CD9846FC-755F-4A0E-BAD3-A5D51C0E1E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55" name="Group 54">
            <a:extLst>
              <a:ext uri="{FF2B5EF4-FFF2-40B4-BE49-F238E27FC236}">
                <a16:creationId xmlns="" xmlns:a16="http://schemas.microsoft.com/office/drawing/2014/main" id="{F00A67C9-4929-4EFF-9CB6-292640CD2738}"/>
              </a:ext>
            </a:extLst>
          </p:cNvPr>
          <p:cNvGrpSpPr/>
          <p:nvPr/>
        </p:nvGrpSpPr>
        <p:grpSpPr>
          <a:xfrm>
            <a:off x="226788" y="-2"/>
            <a:ext cx="11865008" cy="6858000"/>
            <a:chOff x="213096" y="0"/>
            <a:chExt cx="11865008" cy="6858000"/>
          </a:xfrm>
        </p:grpSpPr>
        <p:sp>
          <p:nvSpPr>
            <p:cNvPr id="56" name="Rectangle 55">
              <a:extLst>
                <a:ext uri="{FF2B5EF4-FFF2-40B4-BE49-F238E27FC236}">
                  <a16:creationId xmlns="" xmlns:a16="http://schemas.microsoft.com/office/drawing/2014/main" id="{3E8CDB02-4760-4298-BC44-93A18EB02F13}"/>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Freeform: Shape 56">
              <a:extLst>
                <a:ext uri="{FF2B5EF4-FFF2-40B4-BE49-F238E27FC236}">
                  <a16:creationId xmlns="" xmlns:a16="http://schemas.microsoft.com/office/drawing/2014/main" id="{57C0FD50-5E69-463E-A01B-65E9D864A386}"/>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Box 57">
              <a:extLst>
                <a:ext uri="{FF2B5EF4-FFF2-40B4-BE49-F238E27FC236}">
                  <a16:creationId xmlns="" xmlns:a16="http://schemas.microsoft.com/office/drawing/2014/main" id="{04CBFB1D-37FD-419F-B98C-860BF5217905}"/>
                </a:ext>
              </a:extLst>
            </p:cNvPr>
            <p:cNvSpPr txBox="1"/>
            <p:nvPr/>
          </p:nvSpPr>
          <p:spPr>
            <a:xfrm rot="16200000">
              <a:off x="10605008" y="3065926"/>
              <a:ext cx="1992086" cy="954107"/>
            </a:xfrm>
            <a:prstGeom prst="rect">
              <a:avLst/>
            </a:prstGeom>
            <a:noFill/>
          </p:spPr>
          <p:txBody>
            <a:bodyPr wrap="square" rtlCol="0">
              <a:spAutoFit/>
            </a:bodyPr>
            <a:lstStyle/>
            <a:p>
              <a:pPr algn="ctr"/>
              <a:r>
                <a:rPr lang="en-US" sz="2800" b="1" dirty="0" smtClean="0">
                  <a:solidFill>
                    <a:srgbClr val="F0EEF0"/>
                  </a:solidFill>
                  <a:latin typeface="Tw Cen MT" panose="020B0602020104020603" pitchFamily="34" charset="0"/>
                </a:rPr>
                <a:t>Scenario</a:t>
              </a:r>
              <a:endParaRPr lang="en-US" sz="2800" b="1" dirty="0">
                <a:solidFill>
                  <a:srgbClr val="F0EEF0"/>
                </a:solidFill>
                <a:latin typeface="Tw Cen MT" panose="020B0602020104020603" pitchFamily="34" charset="0"/>
              </a:endParaRPr>
            </a:p>
            <a:p>
              <a:pPr algn="ctr"/>
              <a:endParaRPr lang="en-US" sz="2800" b="1" dirty="0">
                <a:solidFill>
                  <a:srgbClr val="F0EEF0"/>
                </a:solidFill>
                <a:latin typeface="Tw Cen MT" panose="020B0602020104020603" pitchFamily="34" charset="0"/>
              </a:endParaRPr>
            </a:p>
          </p:txBody>
        </p:sp>
        <p:pic>
          <p:nvPicPr>
            <p:cNvPr id="59" name="Picture 58">
              <a:extLst>
                <a:ext uri="{FF2B5EF4-FFF2-40B4-BE49-F238E27FC236}">
                  <a16:creationId xmlns="" xmlns:a16="http://schemas.microsoft.com/office/drawing/2014/main" id="{60B383F7-52C5-4FB7-AEC3-35A48D7354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60" name="Group 59">
            <a:extLst>
              <a:ext uri="{FF2B5EF4-FFF2-40B4-BE49-F238E27FC236}">
                <a16:creationId xmlns="" xmlns:a16="http://schemas.microsoft.com/office/drawing/2014/main" id="{6F7667A6-1C16-4F0A-A162-61BD16E6BE6B}"/>
              </a:ext>
            </a:extLst>
          </p:cNvPr>
          <p:cNvGrpSpPr/>
          <p:nvPr/>
        </p:nvGrpSpPr>
        <p:grpSpPr>
          <a:xfrm>
            <a:off x="1184133" y="0"/>
            <a:ext cx="10282415" cy="6858000"/>
            <a:chOff x="491575" y="0"/>
            <a:chExt cx="10282415" cy="6858000"/>
          </a:xfrm>
        </p:grpSpPr>
        <p:sp>
          <p:nvSpPr>
            <p:cNvPr id="61" name="Rectangle 60">
              <a:extLst>
                <a:ext uri="{FF2B5EF4-FFF2-40B4-BE49-F238E27FC236}">
                  <a16:creationId xmlns="" xmlns:a16="http://schemas.microsoft.com/office/drawing/2014/main" id="{0E8C29A9-4AAB-442C-A7A4-40DCCE0A9694}"/>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reeform: Shape 61">
              <a:extLst>
                <a:ext uri="{FF2B5EF4-FFF2-40B4-BE49-F238E27FC236}">
                  <a16:creationId xmlns="" xmlns:a16="http://schemas.microsoft.com/office/drawing/2014/main" id="{81520FE7-5699-4290-9C3C-51E0C60ECC6B}"/>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 xmlns:a16="http://schemas.microsoft.com/office/drawing/2014/main" id="{AFD50D6F-822B-4109-8B0C-BA004A0B7145}"/>
                </a:ext>
              </a:extLst>
            </p:cNvPr>
            <p:cNvSpPr txBox="1"/>
            <p:nvPr/>
          </p:nvSpPr>
          <p:spPr>
            <a:xfrm rot="16200000">
              <a:off x="9362449" y="3152557"/>
              <a:ext cx="1992086" cy="830997"/>
            </a:xfrm>
            <a:prstGeom prst="rect">
              <a:avLst/>
            </a:prstGeom>
            <a:noFill/>
          </p:spPr>
          <p:txBody>
            <a:bodyPr wrap="square" rtlCol="0">
              <a:spAutoFit/>
            </a:bodyPr>
            <a:lstStyle/>
            <a:p>
              <a:pPr algn="ctr"/>
              <a:r>
                <a:rPr lang="en-US" sz="2400" b="1" dirty="0" smtClean="0">
                  <a:solidFill>
                    <a:srgbClr val="F0EEF0"/>
                  </a:solidFill>
                  <a:latin typeface="Tw Cen MT" panose="020B0602020104020603" pitchFamily="34" charset="0"/>
                </a:rPr>
                <a:t>Objective</a:t>
              </a:r>
              <a:endParaRPr lang="en-US" sz="2400" b="1" dirty="0">
                <a:solidFill>
                  <a:srgbClr val="F0EEF0"/>
                </a:solidFill>
                <a:latin typeface="Tw Cen MT" panose="020B0602020104020603" pitchFamily="34" charset="0"/>
              </a:endParaRPr>
            </a:p>
            <a:p>
              <a:pPr algn="ctr"/>
              <a:endParaRPr lang="en-US" sz="2400" b="1" dirty="0">
                <a:solidFill>
                  <a:srgbClr val="F0EEF0"/>
                </a:solidFill>
                <a:latin typeface="Tw Cen MT" panose="020B0602020104020603" pitchFamily="34" charset="0"/>
              </a:endParaRPr>
            </a:p>
          </p:txBody>
        </p:sp>
        <p:pic>
          <p:nvPicPr>
            <p:cNvPr id="64" name="Picture 63">
              <a:extLst>
                <a:ext uri="{FF2B5EF4-FFF2-40B4-BE49-F238E27FC236}">
                  <a16:creationId xmlns="" xmlns:a16="http://schemas.microsoft.com/office/drawing/2014/main" id="{0376C61F-147B-441E-B32E-45D5BC1B66B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sp>
        <p:nvSpPr>
          <p:cNvPr id="70" name="Rectangle 69">
            <a:extLst>
              <a:ext uri="{FF2B5EF4-FFF2-40B4-BE49-F238E27FC236}">
                <a16:creationId xmlns="" xmlns:a16="http://schemas.microsoft.com/office/drawing/2014/main" id="{990CE96C-B0E8-49CB-B717-EBFFECB66027}"/>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5" name="Group 94">
            <a:extLst>
              <a:ext uri="{FF2B5EF4-FFF2-40B4-BE49-F238E27FC236}">
                <a16:creationId xmlns="" xmlns:a16="http://schemas.microsoft.com/office/drawing/2014/main" id="{4E70D3F9-D583-4ACD-8480-0F4A65ED3C83}"/>
              </a:ext>
            </a:extLst>
          </p:cNvPr>
          <p:cNvGrpSpPr/>
          <p:nvPr/>
        </p:nvGrpSpPr>
        <p:grpSpPr>
          <a:xfrm>
            <a:off x="1049062" y="0"/>
            <a:ext cx="9574094" cy="6858000"/>
            <a:chOff x="491575" y="0"/>
            <a:chExt cx="9574094" cy="6858000"/>
          </a:xfrm>
        </p:grpSpPr>
        <p:sp>
          <p:nvSpPr>
            <p:cNvPr id="96" name="Rectangle 95">
              <a:extLst>
                <a:ext uri="{FF2B5EF4-FFF2-40B4-BE49-F238E27FC236}">
                  <a16:creationId xmlns="" xmlns:a16="http://schemas.microsoft.com/office/drawing/2014/main" id="{321108FC-08B5-45CC-AB47-1104119B25FD}"/>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97" name="Freeform: Shape 96">
              <a:extLst>
                <a:ext uri="{FF2B5EF4-FFF2-40B4-BE49-F238E27FC236}">
                  <a16:creationId xmlns="" xmlns:a16="http://schemas.microsoft.com/office/drawing/2014/main" id="{96A47C8C-7F88-484E-817B-572BEDC2BC69}"/>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98" name="TextBox 97">
              <a:extLst>
                <a:ext uri="{FF2B5EF4-FFF2-40B4-BE49-F238E27FC236}">
                  <a16:creationId xmlns="" xmlns:a16="http://schemas.microsoft.com/office/drawing/2014/main" id="{E3DB5570-AC77-4396-9748-4183DF7C8396}"/>
                </a:ext>
              </a:extLst>
            </p:cNvPr>
            <p:cNvSpPr txBox="1"/>
            <p:nvPr/>
          </p:nvSpPr>
          <p:spPr>
            <a:xfrm rot="16200000">
              <a:off x="8793324" y="3471480"/>
              <a:ext cx="1992086" cy="461665"/>
            </a:xfrm>
            <a:prstGeom prst="rect">
              <a:avLst/>
            </a:prstGeom>
            <a:noFill/>
          </p:spPr>
          <p:txBody>
            <a:bodyPr wrap="square" rtlCol="0">
              <a:spAutoFit/>
            </a:bodyPr>
            <a:lstStyle/>
            <a:p>
              <a:pPr algn="r"/>
              <a:r>
                <a:rPr lang="en-US" sz="2400" b="1" dirty="0" smtClean="0">
                  <a:solidFill>
                    <a:srgbClr val="F0EEF0"/>
                  </a:solidFill>
                  <a:latin typeface="Tw Cen MT" panose="020B0602020104020603" pitchFamily="34" charset="0"/>
                </a:rPr>
                <a:t>Algorithm</a:t>
              </a:r>
              <a:endParaRPr lang="en-US" sz="2400" b="1" dirty="0">
                <a:solidFill>
                  <a:srgbClr val="F0EEF0"/>
                </a:solidFill>
                <a:latin typeface="Tw Cen MT" panose="020B0602020104020603" pitchFamily="34" charset="0"/>
              </a:endParaRPr>
            </a:p>
          </p:txBody>
        </p:sp>
        <p:pic>
          <p:nvPicPr>
            <p:cNvPr id="99" name="Picture 98">
              <a:extLst>
                <a:ext uri="{FF2B5EF4-FFF2-40B4-BE49-F238E27FC236}">
                  <a16:creationId xmlns="" xmlns:a16="http://schemas.microsoft.com/office/drawing/2014/main" id="{F6ED4041-CDD9-443D-802E-47D4387906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71" name="Group 70">
            <a:extLst>
              <a:ext uri="{FF2B5EF4-FFF2-40B4-BE49-F238E27FC236}">
                <a16:creationId xmlns="" xmlns:a16="http://schemas.microsoft.com/office/drawing/2014/main" id="{E7044FAB-DB4A-4E59-B111-8CA4168E7FA4}"/>
              </a:ext>
            </a:extLst>
          </p:cNvPr>
          <p:cNvGrpSpPr/>
          <p:nvPr/>
        </p:nvGrpSpPr>
        <p:grpSpPr>
          <a:xfrm>
            <a:off x="-7638543" y="-1"/>
            <a:ext cx="8692331" cy="6858000"/>
            <a:chOff x="718505" y="-1"/>
            <a:chExt cx="8692331" cy="6858000"/>
          </a:xfrm>
        </p:grpSpPr>
        <p:sp>
          <p:nvSpPr>
            <p:cNvPr id="72" name="Rectangle 71">
              <a:extLst>
                <a:ext uri="{FF2B5EF4-FFF2-40B4-BE49-F238E27FC236}">
                  <a16:creationId xmlns="" xmlns:a16="http://schemas.microsoft.com/office/drawing/2014/main" id="{824F072A-08CC-4CC6-B5EF-C1833A244FA3}"/>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Shape 72">
              <a:extLst>
                <a:ext uri="{FF2B5EF4-FFF2-40B4-BE49-F238E27FC236}">
                  <a16:creationId xmlns="" xmlns:a16="http://schemas.microsoft.com/office/drawing/2014/main" id="{A3C6C4A9-8B6A-429B-980E-26CD0C3A573E}"/>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TextBox 73">
              <a:extLst>
                <a:ext uri="{FF2B5EF4-FFF2-40B4-BE49-F238E27FC236}">
                  <a16:creationId xmlns="" xmlns:a16="http://schemas.microsoft.com/office/drawing/2014/main" id="{858AC381-BFD1-4A89-AE49-8ADC853A6849}"/>
                </a:ext>
              </a:extLst>
            </p:cNvPr>
            <p:cNvSpPr txBox="1"/>
            <p:nvPr/>
          </p:nvSpPr>
          <p:spPr>
            <a:xfrm rot="16200000">
              <a:off x="8091629" y="3251164"/>
              <a:ext cx="1992086" cy="523220"/>
            </a:xfrm>
            <a:prstGeom prst="rect">
              <a:avLst/>
            </a:prstGeom>
            <a:noFill/>
          </p:spPr>
          <p:txBody>
            <a:bodyPr wrap="square" rtlCol="0">
              <a:spAutoFit/>
            </a:bodyPr>
            <a:lstStyle/>
            <a:p>
              <a:pPr algn="ctr"/>
              <a:r>
                <a:rPr lang="en-US" sz="2800" b="1" dirty="0">
                  <a:solidFill>
                    <a:srgbClr val="F0EEF0"/>
                  </a:solidFill>
                  <a:latin typeface="Tw Cen MT" panose="020B0602020104020603" pitchFamily="34" charset="0"/>
                </a:rPr>
                <a:t>Conclusion</a:t>
              </a:r>
            </a:p>
          </p:txBody>
        </p:sp>
        <p:pic>
          <p:nvPicPr>
            <p:cNvPr id="75" name="Picture 74">
              <a:extLst>
                <a:ext uri="{FF2B5EF4-FFF2-40B4-BE49-F238E27FC236}">
                  <a16:creationId xmlns="" xmlns:a16="http://schemas.microsoft.com/office/drawing/2014/main" id="{9DF2E944-82FA-495B-8A5C-9BDE263553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76" name="Group 75">
            <a:extLst>
              <a:ext uri="{FF2B5EF4-FFF2-40B4-BE49-F238E27FC236}">
                <a16:creationId xmlns="" xmlns:a16="http://schemas.microsoft.com/office/drawing/2014/main" id="{60E31D48-090A-4A9C-AF5C-4B0C49C47C7D}"/>
              </a:ext>
            </a:extLst>
          </p:cNvPr>
          <p:cNvGrpSpPr/>
          <p:nvPr/>
        </p:nvGrpSpPr>
        <p:grpSpPr>
          <a:xfrm>
            <a:off x="-9395082" y="-1"/>
            <a:ext cx="9927504" cy="6858000"/>
            <a:chOff x="-9337032" y="-1"/>
            <a:chExt cx="9927504" cy="6858000"/>
          </a:xfrm>
        </p:grpSpPr>
        <p:sp>
          <p:nvSpPr>
            <p:cNvPr id="77" name="Rectangle 76">
              <a:extLst>
                <a:ext uri="{FF2B5EF4-FFF2-40B4-BE49-F238E27FC236}">
                  <a16:creationId xmlns="" xmlns:a16="http://schemas.microsoft.com/office/drawing/2014/main" id="{3A79A714-CB74-4EFD-9BC1-A7F2F993842A}"/>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Freeform: Shape 77">
              <a:extLst>
                <a:ext uri="{FF2B5EF4-FFF2-40B4-BE49-F238E27FC236}">
                  <a16:creationId xmlns="" xmlns:a16="http://schemas.microsoft.com/office/drawing/2014/main" id="{B006C60A-833A-41C2-A553-8132E7B3A7DB}"/>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TextBox 78">
              <a:extLst>
                <a:ext uri="{FF2B5EF4-FFF2-40B4-BE49-F238E27FC236}">
                  <a16:creationId xmlns="" xmlns:a16="http://schemas.microsoft.com/office/drawing/2014/main" id="{95AECC6C-A520-4756-9163-08D14835D791}"/>
                </a:ext>
              </a:extLst>
            </p:cNvPr>
            <p:cNvSpPr txBox="1"/>
            <p:nvPr/>
          </p:nvSpPr>
          <p:spPr>
            <a:xfrm rot="16200000">
              <a:off x="-738260" y="3189608"/>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Thank u</a:t>
              </a:r>
            </a:p>
          </p:txBody>
        </p:sp>
        <p:pic>
          <p:nvPicPr>
            <p:cNvPr id="80" name="Picture 79">
              <a:extLst>
                <a:ext uri="{FF2B5EF4-FFF2-40B4-BE49-F238E27FC236}">
                  <a16:creationId xmlns="" xmlns:a16="http://schemas.microsoft.com/office/drawing/2014/main" id="{0F8A56B9-A504-4035-8439-53ED4617B8B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sp>
        <p:nvSpPr>
          <p:cNvPr id="3" name="TextBox 2">
            <a:extLst>
              <a:ext uri="{FF2B5EF4-FFF2-40B4-BE49-F238E27FC236}">
                <a16:creationId xmlns="" xmlns:a16="http://schemas.microsoft.com/office/drawing/2014/main" id="{F6A64E1C-EFE8-4D6A-B106-0DC2CA71B732}"/>
              </a:ext>
            </a:extLst>
          </p:cNvPr>
          <p:cNvSpPr txBox="1"/>
          <p:nvPr/>
        </p:nvSpPr>
        <p:spPr>
          <a:xfrm>
            <a:off x="2227965" y="2318827"/>
            <a:ext cx="6959565" cy="1015663"/>
          </a:xfrm>
          <a:prstGeom prst="rect">
            <a:avLst/>
          </a:prstGeom>
          <a:noFill/>
        </p:spPr>
        <p:txBody>
          <a:bodyPr wrap="square" rtlCol="0">
            <a:spAutoFit/>
          </a:bodyPr>
          <a:lstStyle/>
          <a:p>
            <a:pPr marL="342900" indent="-342900">
              <a:lnSpc>
                <a:spcPct val="150000"/>
              </a:lnSpc>
              <a:buFont typeface="Wingdings" pitchFamily="2" charset="2"/>
              <a:buChar char="v"/>
            </a:pPr>
            <a:r>
              <a:rPr lang="en-US" sz="2000" dirty="0" smtClean="0">
                <a:latin typeface="Times New Roman" pitchFamily="18" charset="0"/>
                <a:cs typeface="Times New Roman" pitchFamily="18" charset="0"/>
              </a:rPr>
              <a:t>Random </a:t>
            </a:r>
            <a:r>
              <a:rPr lang="en-US" sz="2000" dirty="0">
                <a:latin typeface="Times New Roman" pitchFamily="18" charset="0"/>
                <a:cs typeface="Times New Roman" pitchFamily="18" charset="0"/>
              </a:rPr>
              <a:t>Forest Classifier. </a:t>
            </a:r>
          </a:p>
          <a:p>
            <a:pPr marL="342900" indent="-342900">
              <a:lnSpc>
                <a:spcPct val="150000"/>
              </a:lnSpc>
              <a:buFont typeface="Wingdings" pitchFamily="2" charset="2"/>
              <a:buChar char="v"/>
            </a:pPr>
            <a:r>
              <a:rPr lang="en-IN" sz="2000" dirty="0" smtClean="0">
                <a:latin typeface="Times New Roman" pitchFamily="18" charset="0"/>
                <a:cs typeface="Times New Roman" pitchFamily="18" charset="0"/>
              </a:rPr>
              <a:t>Multifactor </a:t>
            </a:r>
            <a:r>
              <a:rPr lang="en-IN" sz="2000" dirty="0">
                <a:latin typeface="Times New Roman" pitchFamily="18" charset="0"/>
                <a:cs typeface="Times New Roman" pitchFamily="18" charset="0"/>
              </a:rPr>
              <a:t>dimensionality reduction(</a:t>
            </a:r>
            <a:r>
              <a:rPr lang="en-US" sz="2000" dirty="0">
                <a:latin typeface="Times New Roman" pitchFamily="18" charset="0"/>
                <a:cs typeface="Times New Roman" pitchFamily="18" charset="0"/>
              </a:rPr>
              <a:t>MDR) classifier</a:t>
            </a:r>
            <a:endParaRPr lang="en-IN" sz="2000" dirty="0"/>
          </a:p>
        </p:txBody>
      </p:sp>
      <p:sp>
        <p:nvSpPr>
          <p:cNvPr id="5" name="TextBox 4">
            <a:extLst>
              <a:ext uri="{FF2B5EF4-FFF2-40B4-BE49-F238E27FC236}">
                <a16:creationId xmlns="" xmlns:a16="http://schemas.microsoft.com/office/drawing/2014/main" id="{EAAD080B-178B-4EE9-A594-C98300970B1F}"/>
              </a:ext>
            </a:extLst>
          </p:cNvPr>
          <p:cNvSpPr txBox="1"/>
          <p:nvPr/>
        </p:nvSpPr>
        <p:spPr>
          <a:xfrm>
            <a:off x="2208995" y="767778"/>
            <a:ext cx="6035040" cy="1569660"/>
          </a:xfrm>
          <a:prstGeom prst="rect">
            <a:avLst/>
          </a:prstGeom>
          <a:noFill/>
        </p:spPr>
        <p:txBody>
          <a:bodyPr wrap="square" rtlCol="0">
            <a:spAutoFit/>
          </a:bodyPr>
          <a:lstStyle/>
          <a:p>
            <a:pPr algn="ctr"/>
            <a:r>
              <a:rPr lang="en-US" sz="4800" b="1" dirty="0" smtClean="0">
                <a:solidFill>
                  <a:schemeClr val="accent6"/>
                </a:solidFill>
                <a:latin typeface="Tw Cen MT" panose="020B0602020104020603" pitchFamily="34" charset="0"/>
              </a:rPr>
              <a:t>Algorithms Used</a:t>
            </a:r>
            <a:endParaRPr lang="en-IN" sz="4800" b="1" dirty="0">
              <a:solidFill>
                <a:schemeClr val="accent6"/>
              </a:solidFill>
              <a:latin typeface="Tw Cen MT" panose="020B0602020104020603" pitchFamily="34" charset="0"/>
            </a:endParaRPr>
          </a:p>
          <a:p>
            <a:pPr algn="ctr"/>
            <a:endParaRPr lang="en-IN" sz="4800" dirty="0">
              <a:solidFill>
                <a:schemeClr val="accent6"/>
              </a:solidFill>
            </a:endParaRPr>
          </a:p>
        </p:txBody>
      </p:sp>
    </p:spTree>
    <p:extLst>
      <p:ext uri="{BB962C8B-B14F-4D97-AF65-F5344CB8AC3E}">
        <p14:creationId xmlns:p14="http://schemas.microsoft.com/office/powerpoint/2010/main" val="1901583084"/>
      </p:ext>
    </p:extLst>
  </p:cSld>
  <p:clrMapOvr>
    <a:masterClrMapping/>
  </p:clrMapOvr>
  <p:transition spd="med">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49">
            <a:extLst>
              <a:ext uri="{FF2B5EF4-FFF2-40B4-BE49-F238E27FC236}">
                <a16:creationId xmlns="" xmlns:a16="http://schemas.microsoft.com/office/drawing/2014/main" id="{10781169-B7A4-446E-BD33-B9650367A7F9}"/>
              </a:ext>
            </a:extLst>
          </p:cNvPr>
          <p:cNvGrpSpPr/>
          <p:nvPr/>
        </p:nvGrpSpPr>
        <p:grpSpPr>
          <a:xfrm>
            <a:off x="-290920" y="0"/>
            <a:ext cx="12482920" cy="6858000"/>
            <a:chOff x="-290920" y="0"/>
            <a:chExt cx="12482920" cy="6858000"/>
          </a:xfrm>
        </p:grpSpPr>
        <p:sp>
          <p:nvSpPr>
            <p:cNvPr id="51" name="Rectangle 50">
              <a:extLst>
                <a:ext uri="{FF2B5EF4-FFF2-40B4-BE49-F238E27FC236}">
                  <a16:creationId xmlns="" xmlns:a16="http://schemas.microsoft.com/office/drawing/2014/main" id="{CED3AF08-30FC-4AFF-9C5C-99D0A7099514}"/>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Shape 51">
              <a:extLst>
                <a:ext uri="{FF2B5EF4-FFF2-40B4-BE49-F238E27FC236}">
                  <a16:creationId xmlns="" xmlns:a16="http://schemas.microsoft.com/office/drawing/2014/main" id="{99AF1FBA-9557-484A-B305-EE590A192E96}"/>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 xmlns:a16="http://schemas.microsoft.com/office/drawing/2014/main" id="{407E3AA2-679E-4924-AC1B-FE6C3A02C251}"/>
                </a:ext>
              </a:extLst>
            </p:cNvPr>
            <p:cNvSpPr txBox="1"/>
            <p:nvPr/>
          </p:nvSpPr>
          <p:spPr>
            <a:xfrm rot="16200000">
              <a:off x="10872792" y="3194734"/>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about</a:t>
              </a:r>
            </a:p>
          </p:txBody>
        </p:sp>
        <p:pic>
          <p:nvPicPr>
            <p:cNvPr id="54" name="Picture 53">
              <a:extLst>
                <a:ext uri="{FF2B5EF4-FFF2-40B4-BE49-F238E27FC236}">
                  <a16:creationId xmlns="" xmlns:a16="http://schemas.microsoft.com/office/drawing/2014/main" id="{CD9846FC-755F-4A0E-BAD3-A5D51C0E1E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55" name="Group 54">
            <a:extLst>
              <a:ext uri="{FF2B5EF4-FFF2-40B4-BE49-F238E27FC236}">
                <a16:creationId xmlns="" xmlns:a16="http://schemas.microsoft.com/office/drawing/2014/main" id="{F00A67C9-4929-4EFF-9CB6-292640CD2738}"/>
              </a:ext>
            </a:extLst>
          </p:cNvPr>
          <p:cNvGrpSpPr/>
          <p:nvPr/>
        </p:nvGrpSpPr>
        <p:grpSpPr>
          <a:xfrm>
            <a:off x="226788" y="-2"/>
            <a:ext cx="11865008" cy="6858000"/>
            <a:chOff x="213096" y="0"/>
            <a:chExt cx="11865008" cy="6858000"/>
          </a:xfrm>
        </p:grpSpPr>
        <p:sp>
          <p:nvSpPr>
            <p:cNvPr id="56" name="Rectangle 55">
              <a:extLst>
                <a:ext uri="{FF2B5EF4-FFF2-40B4-BE49-F238E27FC236}">
                  <a16:creationId xmlns="" xmlns:a16="http://schemas.microsoft.com/office/drawing/2014/main" id="{3E8CDB02-4760-4298-BC44-93A18EB02F13}"/>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Freeform: Shape 56">
              <a:extLst>
                <a:ext uri="{FF2B5EF4-FFF2-40B4-BE49-F238E27FC236}">
                  <a16:creationId xmlns="" xmlns:a16="http://schemas.microsoft.com/office/drawing/2014/main" id="{57C0FD50-5E69-463E-A01B-65E9D864A386}"/>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Box 57">
              <a:extLst>
                <a:ext uri="{FF2B5EF4-FFF2-40B4-BE49-F238E27FC236}">
                  <a16:creationId xmlns="" xmlns:a16="http://schemas.microsoft.com/office/drawing/2014/main" id="{04CBFB1D-37FD-419F-B98C-860BF5217905}"/>
                </a:ext>
              </a:extLst>
            </p:cNvPr>
            <p:cNvSpPr txBox="1"/>
            <p:nvPr/>
          </p:nvSpPr>
          <p:spPr>
            <a:xfrm rot="16200000">
              <a:off x="10605008" y="3065926"/>
              <a:ext cx="1992086" cy="954107"/>
            </a:xfrm>
            <a:prstGeom prst="rect">
              <a:avLst/>
            </a:prstGeom>
            <a:noFill/>
          </p:spPr>
          <p:txBody>
            <a:bodyPr wrap="square" rtlCol="0">
              <a:spAutoFit/>
            </a:bodyPr>
            <a:lstStyle/>
            <a:p>
              <a:pPr algn="ctr"/>
              <a:r>
                <a:rPr lang="en-US" sz="2800" b="1" dirty="0" smtClean="0">
                  <a:solidFill>
                    <a:srgbClr val="F0EEF0"/>
                  </a:solidFill>
                  <a:latin typeface="Tw Cen MT" panose="020B0602020104020603" pitchFamily="34" charset="0"/>
                </a:rPr>
                <a:t>Scenario</a:t>
              </a:r>
              <a:endParaRPr lang="en-US" sz="2800" b="1" dirty="0">
                <a:solidFill>
                  <a:srgbClr val="F0EEF0"/>
                </a:solidFill>
                <a:latin typeface="Tw Cen MT" panose="020B0602020104020603" pitchFamily="34" charset="0"/>
              </a:endParaRPr>
            </a:p>
            <a:p>
              <a:pPr algn="ctr"/>
              <a:endParaRPr lang="en-US" sz="2800" b="1" dirty="0">
                <a:solidFill>
                  <a:srgbClr val="F0EEF0"/>
                </a:solidFill>
                <a:latin typeface="Tw Cen MT" panose="020B0602020104020603" pitchFamily="34" charset="0"/>
              </a:endParaRPr>
            </a:p>
          </p:txBody>
        </p:sp>
        <p:pic>
          <p:nvPicPr>
            <p:cNvPr id="59" name="Picture 58">
              <a:extLst>
                <a:ext uri="{FF2B5EF4-FFF2-40B4-BE49-F238E27FC236}">
                  <a16:creationId xmlns="" xmlns:a16="http://schemas.microsoft.com/office/drawing/2014/main" id="{60B383F7-52C5-4FB7-AEC3-35A48D7354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60" name="Group 59">
            <a:extLst>
              <a:ext uri="{FF2B5EF4-FFF2-40B4-BE49-F238E27FC236}">
                <a16:creationId xmlns="" xmlns:a16="http://schemas.microsoft.com/office/drawing/2014/main" id="{6F7667A6-1C16-4F0A-A162-61BD16E6BE6B}"/>
              </a:ext>
            </a:extLst>
          </p:cNvPr>
          <p:cNvGrpSpPr/>
          <p:nvPr/>
        </p:nvGrpSpPr>
        <p:grpSpPr>
          <a:xfrm>
            <a:off x="1184133" y="0"/>
            <a:ext cx="10282415" cy="6858000"/>
            <a:chOff x="491575" y="0"/>
            <a:chExt cx="10282415" cy="6858000"/>
          </a:xfrm>
        </p:grpSpPr>
        <p:sp>
          <p:nvSpPr>
            <p:cNvPr id="61" name="Rectangle 60">
              <a:extLst>
                <a:ext uri="{FF2B5EF4-FFF2-40B4-BE49-F238E27FC236}">
                  <a16:creationId xmlns="" xmlns:a16="http://schemas.microsoft.com/office/drawing/2014/main" id="{0E8C29A9-4AAB-442C-A7A4-40DCCE0A9694}"/>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reeform: Shape 61">
              <a:extLst>
                <a:ext uri="{FF2B5EF4-FFF2-40B4-BE49-F238E27FC236}">
                  <a16:creationId xmlns="" xmlns:a16="http://schemas.microsoft.com/office/drawing/2014/main" id="{81520FE7-5699-4290-9C3C-51E0C60ECC6B}"/>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 xmlns:a16="http://schemas.microsoft.com/office/drawing/2014/main" id="{AFD50D6F-822B-4109-8B0C-BA004A0B7145}"/>
                </a:ext>
              </a:extLst>
            </p:cNvPr>
            <p:cNvSpPr txBox="1"/>
            <p:nvPr/>
          </p:nvSpPr>
          <p:spPr>
            <a:xfrm rot="16200000">
              <a:off x="9362449" y="3152557"/>
              <a:ext cx="1992086" cy="830997"/>
            </a:xfrm>
            <a:prstGeom prst="rect">
              <a:avLst/>
            </a:prstGeom>
            <a:noFill/>
          </p:spPr>
          <p:txBody>
            <a:bodyPr wrap="square" rtlCol="0">
              <a:spAutoFit/>
            </a:bodyPr>
            <a:lstStyle/>
            <a:p>
              <a:pPr algn="ctr"/>
              <a:r>
                <a:rPr lang="en-US" sz="2400" b="1" dirty="0" smtClean="0">
                  <a:solidFill>
                    <a:srgbClr val="F0EEF0"/>
                  </a:solidFill>
                  <a:latin typeface="Tw Cen MT" panose="020B0602020104020603" pitchFamily="34" charset="0"/>
                </a:rPr>
                <a:t>Objective</a:t>
              </a:r>
              <a:endParaRPr lang="en-US" sz="2400" b="1" dirty="0">
                <a:solidFill>
                  <a:srgbClr val="F0EEF0"/>
                </a:solidFill>
                <a:latin typeface="Tw Cen MT" panose="020B0602020104020603" pitchFamily="34" charset="0"/>
              </a:endParaRPr>
            </a:p>
            <a:p>
              <a:pPr algn="ctr"/>
              <a:endParaRPr lang="en-US" sz="2400" b="1" dirty="0">
                <a:solidFill>
                  <a:srgbClr val="F0EEF0"/>
                </a:solidFill>
                <a:latin typeface="Tw Cen MT" panose="020B0602020104020603" pitchFamily="34" charset="0"/>
              </a:endParaRPr>
            </a:p>
          </p:txBody>
        </p:sp>
        <p:pic>
          <p:nvPicPr>
            <p:cNvPr id="64" name="Picture 63">
              <a:extLst>
                <a:ext uri="{FF2B5EF4-FFF2-40B4-BE49-F238E27FC236}">
                  <a16:creationId xmlns="" xmlns:a16="http://schemas.microsoft.com/office/drawing/2014/main" id="{0376C61F-147B-441E-B32E-45D5BC1B66B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sp>
        <p:nvSpPr>
          <p:cNvPr id="70" name="Rectangle 69">
            <a:extLst>
              <a:ext uri="{FF2B5EF4-FFF2-40B4-BE49-F238E27FC236}">
                <a16:creationId xmlns="" xmlns:a16="http://schemas.microsoft.com/office/drawing/2014/main" id="{990CE96C-B0E8-49CB-B717-EBFFECB66027}"/>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5" name="Group 94">
            <a:extLst>
              <a:ext uri="{FF2B5EF4-FFF2-40B4-BE49-F238E27FC236}">
                <a16:creationId xmlns="" xmlns:a16="http://schemas.microsoft.com/office/drawing/2014/main" id="{4E70D3F9-D583-4ACD-8480-0F4A65ED3C83}"/>
              </a:ext>
            </a:extLst>
          </p:cNvPr>
          <p:cNvGrpSpPr/>
          <p:nvPr/>
        </p:nvGrpSpPr>
        <p:grpSpPr>
          <a:xfrm>
            <a:off x="1049062" y="0"/>
            <a:ext cx="9574094" cy="6858000"/>
            <a:chOff x="491575" y="0"/>
            <a:chExt cx="9574094" cy="6858000"/>
          </a:xfrm>
        </p:grpSpPr>
        <p:sp>
          <p:nvSpPr>
            <p:cNvPr id="96" name="Rectangle 95">
              <a:extLst>
                <a:ext uri="{FF2B5EF4-FFF2-40B4-BE49-F238E27FC236}">
                  <a16:creationId xmlns="" xmlns:a16="http://schemas.microsoft.com/office/drawing/2014/main" id="{321108FC-08B5-45CC-AB47-1104119B25FD}"/>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97" name="Freeform: Shape 96">
              <a:extLst>
                <a:ext uri="{FF2B5EF4-FFF2-40B4-BE49-F238E27FC236}">
                  <a16:creationId xmlns="" xmlns:a16="http://schemas.microsoft.com/office/drawing/2014/main" id="{96A47C8C-7F88-484E-817B-572BEDC2BC69}"/>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98" name="TextBox 97">
              <a:extLst>
                <a:ext uri="{FF2B5EF4-FFF2-40B4-BE49-F238E27FC236}">
                  <a16:creationId xmlns="" xmlns:a16="http://schemas.microsoft.com/office/drawing/2014/main" id="{E3DB5570-AC77-4396-9748-4183DF7C8396}"/>
                </a:ext>
              </a:extLst>
            </p:cNvPr>
            <p:cNvSpPr txBox="1"/>
            <p:nvPr/>
          </p:nvSpPr>
          <p:spPr>
            <a:xfrm rot="16200000">
              <a:off x="8793324" y="3471480"/>
              <a:ext cx="1992086" cy="461665"/>
            </a:xfrm>
            <a:prstGeom prst="rect">
              <a:avLst/>
            </a:prstGeom>
            <a:noFill/>
          </p:spPr>
          <p:txBody>
            <a:bodyPr wrap="square" rtlCol="0">
              <a:spAutoFit/>
            </a:bodyPr>
            <a:lstStyle/>
            <a:p>
              <a:pPr algn="r"/>
              <a:r>
                <a:rPr lang="en-US" sz="2400" b="1" dirty="0" smtClean="0">
                  <a:solidFill>
                    <a:srgbClr val="F0EEF0"/>
                  </a:solidFill>
                  <a:latin typeface="Tw Cen MT" panose="020B0602020104020603" pitchFamily="34" charset="0"/>
                </a:rPr>
                <a:t>Algorithm</a:t>
              </a:r>
              <a:endParaRPr lang="en-US" sz="2400" b="1" dirty="0">
                <a:solidFill>
                  <a:srgbClr val="F0EEF0"/>
                </a:solidFill>
                <a:latin typeface="Tw Cen MT" panose="020B0602020104020603" pitchFamily="34" charset="0"/>
              </a:endParaRPr>
            </a:p>
          </p:txBody>
        </p:sp>
        <p:pic>
          <p:nvPicPr>
            <p:cNvPr id="99" name="Picture 98">
              <a:extLst>
                <a:ext uri="{FF2B5EF4-FFF2-40B4-BE49-F238E27FC236}">
                  <a16:creationId xmlns="" xmlns:a16="http://schemas.microsoft.com/office/drawing/2014/main" id="{F6ED4041-CDD9-443D-802E-47D4387906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71" name="Group 70">
            <a:extLst>
              <a:ext uri="{FF2B5EF4-FFF2-40B4-BE49-F238E27FC236}">
                <a16:creationId xmlns="" xmlns:a16="http://schemas.microsoft.com/office/drawing/2014/main" id="{E7044FAB-DB4A-4E59-B111-8CA4168E7FA4}"/>
              </a:ext>
            </a:extLst>
          </p:cNvPr>
          <p:cNvGrpSpPr/>
          <p:nvPr/>
        </p:nvGrpSpPr>
        <p:grpSpPr>
          <a:xfrm>
            <a:off x="-7638543" y="-1"/>
            <a:ext cx="8692331" cy="6858000"/>
            <a:chOff x="718505" y="-1"/>
            <a:chExt cx="8692331" cy="6858000"/>
          </a:xfrm>
        </p:grpSpPr>
        <p:sp>
          <p:nvSpPr>
            <p:cNvPr id="72" name="Rectangle 71">
              <a:extLst>
                <a:ext uri="{FF2B5EF4-FFF2-40B4-BE49-F238E27FC236}">
                  <a16:creationId xmlns="" xmlns:a16="http://schemas.microsoft.com/office/drawing/2014/main" id="{824F072A-08CC-4CC6-B5EF-C1833A244FA3}"/>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Shape 72">
              <a:extLst>
                <a:ext uri="{FF2B5EF4-FFF2-40B4-BE49-F238E27FC236}">
                  <a16:creationId xmlns="" xmlns:a16="http://schemas.microsoft.com/office/drawing/2014/main" id="{A3C6C4A9-8B6A-429B-980E-26CD0C3A573E}"/>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TextBox 73">
              <a:extLst>
                <a:ext uri="{FF2B5EF4-FFF2-40B4-BE49-F238E27FC236}">
                  <a16:creationId xmlns="" xmlns:a16="http://schemas.microsoft.com/office/drawing/2014/main" id="{858AC381-BFD1-4A89-AE49-8ADC853A6849}"/>
                </a:ext>
              </a:extLst>
            </p:cNvPr>
            <p:cNvSpPr txBox="1"/>
            <p:nvPr/>
          </p:nvSpPr>
          <p:spPr>
            <a:xfrm rot="16200000">
              <a:off x="8091629" y="3251164"/>
              <a:ext cx="1992086" cy="523220"/>
            </a:xfrm>
            <a:prstGeom prst="rect">
              <a:avLst/>
            </a:prstGeom>
            <a:noFill/>
          </p:spPr>
          <p:txBody>
            <a:bodyPr wrap="square" rtlCol="0">
              <a:spAutoFit/>
            </a:bodyPr>
            <a:lstStyle/>
            <a:p>
              <a:pPr algn="ctr"/>
              <a:r>
                <a:rPr lang="en-US" sz="2800" b="1" dirty="0">
                  <a:solidFill>
                    <a:srgbClr val="F0EEF0"/>
                  </a:solidFill>
                  <a:latin typeface="Tw Cen MT" panose="020B0602020104020603" pitchFamily="34" charset="0"/>
                </a:rPr>
                <a:t>Conclusion</a:t>
              </a:r>
            </a:p>
          </p:txBody>
        </p:sp>
        <p:pic>
          <p:nvPicPr>
            <p:cNvPr id="75" name="Picture 74">
              <a:extLst>
                <a:ext uri="{FF2B5EF4-FFF2-40B4-BE49-F238E27FC236}">
                  <a16:creationId xmlns="" xmlns:a16="http://schemas.microsoft.com/office/drawing/2014/main" id="{9DF2E944-82FA-495B-8A5C-9BDE263553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76" name="Group 75">
            <a:extLst>
              <a:ext uri="{FF2B5EF4-FFF2-40B4-BE49-F238E27FC236}">
                <a16:creationId xmlns="" xmlns:a16="http://schemas.microsoft.com/office/drawing/2014/main" id="{60E31D48-090A-4A9C-AF5C-4B0C49C47C7D}"/>
              </a:ext>
            </a:extLst>
          </p:cNvPr>
          <p:cNvGrpSpPr/>
          <p:nvPr/>
        </p:nvGrpSpPr>
        <p:grpSpPr>
          <a:xfrm>
            <a:off x="-9395082" y="-1"/>
            <a:ext cx="9927504" cy="6858000"/>
            <a:chOff x="-9337032" y="-1"/>
            <a:chExt cx="9927504" cy="6858000"/>
          </a:xfrm>
        </p:grpSpPr>
        <p:sp>
          <p:nvSpPr>
            <p:cNvPr id="77" name="Rectangle 76">
              <a:extLst>
                <a:ext uri="{FF2B5EF4-FFF2-40B4-BE49-F238E27FC236}">
                  <a16:creationId xmlns="" xmlns:a16="http://schemas.microsoft.com/office/drawing/2014/main" id="{3A79A714-CB74-4EFD-9BC1-A7F2F993842A}"/>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Freeform: Shape 77">
              <a:extLst>
                <a:ext uri="{FF2B5EF4-FFF2-40B4-BE49-F238E27FC236}">
                  <a16:creationId xmlns="" xmlns:a16="http://schemas.microsoft.com/office/drawing/2014/main" id="{B006C60A-833A-41C2-A553-8132E7B3A7DB}"/>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TextBox 78">
              <a:extLst>
                <a:ext uri="{FF2B5EF4-FFF2-40B4-BE49-F238E27FC236}">
                  <a16:creationId xmlns="" xmlns:a16="http://schemas.microsoft.com/office/drawing/2014/main" id="{95AECC6C-A520-4756-9163-08D14835D791}"/>
                </a:ext>
              </a:extLst>
            </p:cNvPr>
            <p:cNvSpPr txBox="1"/>
            <p:nvPr/>
          </p:nvSpPr>
          <p:spPr>
            <a:xfrm rot="16200000">
              <a:off x="-738260" y="3189608"/>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Thank u</a:t>
              </a:r>
            </a:p>
          </p:txBody>
        </p:sp>
        <p:pic>
          <p:nvPicPr>
            <p:cNvPr id="80" name="Picture 79">
              <a:extLst>
                <a:ext uri="{FF2B5EF4-FFF2-40B4-BE49-F238E27FC236}">
                  <a16:creationId xmlns="" xmlns:a16="http://schemas.microsoft.com/office/drawing/2014/main" id="{0F8A56B9-A504-4035-8439-53ED4617B8B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sp>
        <p:nvSpPr>
          <p:cNvPr id="5" name="TextBox 4">
            <a:extLst>
              <a:ext uri="{FF2B5EF4-FFF2-40B4-BE49-F238E27FC236}">
                <a16:creationId xmlns="" xmlns:a16="http://schemas.microsoft.com/office/drawing/2014/main" id="{EAAD080B-178B-4EE9-A594-C98300970B1F}"/>
              </a:ext>
            </a:extLst>
          </p:cNvPr>
          <p:cNvSpPr txBox="1"/>
          <p:nvPr/>
        </p:nvSpPr>
        <p:spPr>
          <a:xfrm>
            <a:off x="2208995" y="671525"/>
            <a:ext cx="6035040" cy="1569660"/>
          </a:xfrm>
          <a:prstGeom prst="rect">
            <a:avLst/>
          </a:prstGeom>
          <a:noFill/>
        </p:spPr>
        <p:txBody>
          <a:bodyPr wrap="square" rtlCol="0">
            <a:spAutoFit/>
          </a:bodyPr>
          <a:lstStyle/>
          <a:p>
            <a:pPr algn="ctr"/>
            <a:r>
              <a:rPr lang="en-US" sz="4800" b="1" dirty="0" smtClean="0">
                <a:solidFill>
                  <a:schemeClr val="accent6"/>
                </a:solidFill>
                <a:latin typeface="Tw Cen MT" panose="020B0602020104020603" pitchFamily="34" charset="0"/>
              </a:rPr>
              <a:t>Random Forest</a:t>
            </a:r>
            <a:endParaRPr lang="en-IN" sz="4800" b="1" dirty="0">
              <a:solidFill>
                <a:schemeClr val="accent6"/>
              </a:solidFill>
              <a:latin typeface="Tw Cen MT" panose="020B0602020104020603" pitchFamily="34" charset="0"/>
            </a:endParaRPr>
          </a:p>
          <a:p>
            <a:pPr algn="ctr"/>
            <a:endParaRPr lang="en-IN" sz="4800" dirty="0">
              <a:solidFill>
                <a:schemeClr val="accent6"/>
              </a:solidFill>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6925" y="1648327"/>
            <a:ext cx="7170821" cy="44998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61685044"/>
      </p:ext>
    </p:extLst>
  </p:cSld>
  <p:clrMapOvr>
    <a:masterClrMapping/>
  </p:clrMapOvr>
  <p:transition spd="med">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49">
            <a:extLst>
              <a:ext uri="{FF2B5EF4-FFF2-40B4-BE49-F238E27FC236}">
                <a16:creationId xmlns="" xmlns:a16="http://schemas.microsoft.com/office/drawing/2014/main" id="{10781169-B7A4-446E-BD33-B9650367A7F9}"/>
              </a:ext>
            </a:extLst>
          </p:cNvPr>
          <p:cNvGrpSpPr/>
          <p:nvPr/>
        </p:nvGrpSpPr>
        <p:grpSpPr>
          <a:xfrm>
            <a:off x="-290920" y="0"/>
            <a:ext cx="12482920" cy="6858000"/>
            <a:chOff x="-290920" y="0"/>
            <a:chExt cx="12482920" cy="6858000"/>
          </a:xfrm>
        </p:grpSpPr>
        <p:sp>
          <p:nvSpPr>
            <p:cNvPr id="51" name="Rectangle 50">
              <a:extLst>
                <a:ext uri="{FF2B5EF4-FFF2-40B4-BE49-F238E27FC236}">
                  <a16:creationId xmlns="" xmlns:a16="http://schemas.microsoft.com/office/drawing/2014/main" id="{CED3AF08-30FC-4AFF-9C5C-99D0A7099514}"/>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Shape 51">
              <a:extLst>
                <a:ext uri="{FF2B5EF4-FFF2-40B4-BE49-F238E27FC236}">
                  <a16:creationId xmlns="" xmlns:a16="http://schemas.microsoft.com/office/drawing/2014/main" id="{99AF1FBA-9557-484A-B305-EE590A192E96}"/>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 xmlns:a16="http://schemas.microsoft.com/office/drawing/2014/main" id="{407E3AA2-679E-4924-AC1B-FE6C3A02C251}"/>
                </a:ext>
              </a:extLst>
            </p:cNvPr>
            <p:cNvSpPr txBox="1"/>
            <p:nvPr/>
          </p:nvSpPr>
          <p:spPr>
            <a:xfrm rot="16200000">
              <a:off x="10872792" y="3194734"/>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about</a:t>
              </a:r>
            </a:p>
          </p:txBody>
        </p:sp>
        <p:pic>
          <p:nvPicPr>
            <p:cNvPr id="54" name="Picture 53">
              <a:extLst>
                <a:ext uri="{FF2B5EF4-FFF2-40B4-BE49-F238E27FC236}">
                  <a16:creationId xmlns="" xmlns:a16="http://schemas.microsoft.com/office/drawing/2014/main" id="{CD9846FC-755F-4A0E-BAD3-A5D51C0E1E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55" name="Group 54">
            <a:extLst>
              <a:ext uri="{FF2B5EF4-FFF2-40B4-BE49-F238E27FC236}">
                <a16:creationId xmlns="" xmlns:a16="http://schemas.microsoft.com/office/drawing/2014/main" id="{F00A67C9-4929-4EFF-9CB6-292640CD2738}"/>
              </a:ext>
            </a:extLst>
          </p:cNvPr>
          <p:cNvGrpSpPr/>
          <p:nvPr/>
        </p:nvGrpSpPr>
        <p:grpSpPr>
          <a:xfrm>
            <a:off x="226788" y="-2"/>
            <a:ext cx="11865008" cy="6858000"/>
            <a:chOff x="213096" y="0"/>
            <a:chExt cx="11865008" cy="6858000"/>
          </a:xfrm>
        </p:grpSpPr>
        <p:sp>
          <p:nvSpPr>
            <p:cNvPr id="56" name="Rectangle 55">
              <a:extLst>
                <a:ext uri="{FF2B5EF4-FFF2-40B4-BE49-F238E27FC236}">
                  <a16:creationId xmlns="" xmlns:a16="http://schemas.microsoft.com/office/drawing/2014/main" id="{3E8CDB02-4760-4298-BC44-93A18EB02F13}"/>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Freeform: Shape 56">
              <a:extLst>
                <a:ext uri="{FF2B5EF4-FFF2-40B4-BE49-F238E27FC236}">
                  <a16:creationId xmlns="" xmlns:a16="http://schemas.microsoft.com/office/drawing/2014/main" id="{57C0FD50-5E69-463E-A01B-65E9D864A386}"/>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Box 57">
              <a:extLst>
                <a:ext uri="{FF2B5EF4-FFF2-40B4-BE49-F238E27FC236}">
                  <a16:creationId xmlns="" xmlns:a16="http://schemas.microsoft.com/office/drawing/2014/main" id="{04CBFB1D-37FD-419F-B98C-860BF5217905}"/>
                </a:ext>
              </a:extLst>
            </p:cNvPr>
            <p:cNvSpPr txBox="1"/>
            <p:nvPr/>
          </p:nvSpPr>
          <p:spPr>
            <a:xfrm rot="16200000">
              <a:off x="10605008" y="3065926"/>
              <a:ext cx="1992086" cy="954107"/>
            </a:xfrm>
            <a:prstGeom prst="rect">
              <a:avLst/>
            </a:prstGeom>
            <a:noFill/>
          </p:spPr>
          <p:txBody>
            <a:bodyPr wrap="square" rtlCol="0">
              <a:spAutoFit/>
            </a:bodyPr>
            <a:lstStyle/>
            <a:p>
              <a:pPr algn="ctr"/>
              <a:r>
                <a:rPr lang="en-US" sz="2800" b="1" dirty="0" smtClean="0">
                  <a:solidFill>
                    <a:srgbClr val="F0EEF0"/>
                  </a:solidFill>
                  <a:latin typeface="Tw Cen MT" panose="020B0602020104020603" pitchFamily="34" charset="0"/>
                </a:rPr>
                <a:t>Scenario</a:t>
              </a:r>
              <a:endParaRPr lang="en-US" sz="2800" b="1" dirty="0">
                <a:solidFill>
                  <a:srgbClr val="F0EEF0"/>
                </a:solidFill>
                <a:latin typeface="Tw Cen MT" panose="020B0602020104020603" pitchFamily="34" charset="0"/>
              </a:endParaRPr>
            </a:p>
            <a:p>
              <a:pPr algn="ctr"/>
              <a:endParaRPr lang="en-US" sz="2800" b="1" dirty="0">
                <a:solidFill>
                  <a:srgbClr val="F0EEF0"/>
                </a:solidFill>
                <a:latin typeface="Tw Cen MT" panose="020B0602020104020603" pitchFamily="34" charset="0"/>
              </a:endParaRPr>
            </a:p>
          </p:txBody>
        </p:sp>
        <p:pic>
          <p:nvPicPr>
            <p:cNvPr id="59" name="Picture 58">
              <a:extLst>
                <a:ext uri="{FF2B5EF4-FFF2-40B4-BE49-F238E27FC236}">
                  <a16:creationId xmlns="" xmlns:a16="http://schemas.microsoft.com/office/drawing/2014/main" id="{60B383F7-52C5-4FB7-AEC3-35A48D7354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60" name="Group 59">
            <a:extLst>
              <a:ext uri="{FF2B5EF4-FFF2-40B4-BE49-F238E27FC236}">
                <a16:creationId xmlns="" xmlns:a16="http://schemas.microsoft.com/office/drawing/2014/main" id="{6F7667A6-1C16-4F0A-A162-61BD16E6BE6B}"/>
              </a:ext>
            </a:extLst>
          </p:cNvPr>
          <p:cNvGrpSpPr/>
          <p:nvPr/>
        </p:nvGrpSpPr>
        <p:grpSpPr>
          <a:xfrm>
            <a:off x="1184133" y="0"/>
            <a:ext cx="10282415" cy="6858000"/>
            <a:chOff x="491575" y="0"/>
            <a:chExt cx="10282415" cy="6858000"/>
          </a:xfrm>
        </p:grpSpPr>
        <p:sp>
          <p:nvSpPr>
            <p:cNvPr id="61" name="Rectangle 60">
              <a:extLst>
                <a:ext uri="{FF2B5EF4-FFF2-40B4-BE49-F238E27FC236}">
                  <a16:creationId xmlns="" xmlns:a16="http://schemas.microsoft.com/office/drawing/2014/main" id="{0E8C29A9-4AAB-442C-A7A4-40DCCE0A9694}"/>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reeform: Shape 61">
              <a:extLst>
                <a:ext uri="{FF2B5EF4-FFF2-40B4-BE49-F238E27FC236}">
                  <a16:creationId xmlns="" xmlns:a16="http://schemas.microsoft.com/office/drawing/2014/main" id="{81520FE7-5699-4290-9C3C-51E0C60ECC6B}"/>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 xmlns:a16="http://schemas.microsoft.com/office/drawing/2014/main" id="{AFD50D6F-822B-4109-8B0C-BA004A0B7145}"/>
                </a:ext>
              </a:extLst>
            </p:cNvPr>
            <p:cNvSpPr txBox="1"/>
            <p:nvPr/>
          </p:nvSpPr>
          <p:spPr>
            <a:xfrm rot="16200000">
              <a:off x="9362449" y="3152557"/>
              <a:ext cx="1992086" cy="830997"/>
            </a:xfrm>
            <a:prstGeom prst="rect">
              <a:avLst/>
            </a:prstGeom>
            <a:noFill/>
          </p:spPr>
          <p:txBody>
            <a:bodyPr wrap="square" rtlCol="0">
              <a:spAutoFit/>
            </a:bodyPr>
            <a:lstStyle/>
            <a:p>
              <a:pPr algn="ctr"/>
              <a:r>
                <a:rPr lang="en-US" sz="2400" b="1" dirty="0" smtClean="0">
                  <a:solidFill>
                    <a:srgbClr val="F0EEF0"/>
                  </a:solidFill>
                  <a:latin typeface="Tw Cen MT" panose="020B0602020104020603" pitchFamily="34" charset="0"/>
                </a:rPr>
                <a:t>Objective</a:t>
              </a:r>
              <a:endParaRPr lang="en-US" sz="2400" b="1" dirty="0">
                <a:solidFill>
                  <a:srgbClr val="F0EEF0"/>
                </a:solidFill>
                <a:latin typeface="Tw Cen MT" panose="020B0602020104020603" pitchFamily="34" charset="0"/>
              </a:endParaRPr>
            </a:p>
            <a:p>
              <a:pPr algn="ctr"/>
              <a:endParaRPr lang="en-US" sz="2400" b="1" dirty="0">
                <a:solidFill>
                  <a:srgbClr val="F0EEF0"/>
                </a:solidFill>
                <a:latin typeface="Tw Cen MT" panose="020B0602020104020603" pitchFamily="34" charset="0"/>
              </a:endParaRPr>
            </a:p>
          </p:txBody>
        </p:sp>
        <p:pic>
          <p:nvPicPr>
            <p:cNvPr id="64" name="Picture 63">
              <a:extLst>
                <a:ext uri="{FF2B5EF4-FFF2-40B4-BE49-F238E27FC236}">
                  <a16:creationId xmlns="" xmlns:a16="http://schemas.microsoft.com/office/drawing/2014/main" id="{0376C61F-147B-441E-B32E-45D5BC1B66B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sp>
        <p:nvSpPr>
          <p:cNvPr id="70" name="Rectangle 69">
            <a:extLst>
              <a:ext uri="{FF2B5EF4-FFF2-40B4-BE49-F238E27FC236}">
                <a16:creationId xmlns="" xmlns:a16="http://schemas.microsoft.com/office/drawing/2014/main" id="{990CE96C-B0E8-49CB-B717-EBFFECB66027}"/>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5" name="Group 94">
            <a:extLst>
              <a:ext uri="{FF2B5EF4-FFF2-40B4-BE49-F238E27FC236}">
                <a16:creationId xmlns="" xmlns:a16="http://schemas.microsoft.com/office/drawing/2014/main" id="{4E70D3F9-D583-4ACD-8480-0F4A65ED3C83}"/>
              </a:ext>
            </a:extLst>
          </p:cNvPr>
          <p:cNvGrpSpPr/>
          <p:nvPr/>
        </p:nvGrpSpPr>
        <p:grpSpPr>
          <a:xfrm>
            <a:off x="1049062" y="0"/>
            <a:ext cx="9574094" cy="6858000"/>
            <a:chOff x="491575" y="0"/>
            <a:chExt cx="9574094" cy="6858000"/>
          </a:xfrm>
        </p:grpSpPr>
        <p:sp>
          <p:nvSpPr>
            <p:cNvPr id="96" name="Rectangle 95">
              <a:extLst>
                <a:ext uri="{FF2B5EF4-FFF2-40B4-BE49-F238E27FC236}">
                  <a16:creationId xmlns="" xmlns:a16="http://schemas.microsoft.com/office/drawing/2014/main" id="{321108FC-08B5-45CC-AB47-1104119B25FD}"/>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97" name="Freeform: Shape 96">
              <a:extLst>
                <a:ext uri="{FF2B5EF4-FFF2-40B4-BE49-F238E27FC236}">
                  <a16:creationId xmlns="" xmlns:a16="http://schemas.microsoft.com/office/drawing/2014/main" id="{96A47C8C-7F88-484E-817B-572BEDC2BC69}"/>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98" name="TextBox 97">
              <a:extLst>
                <a:ext uri="{FF2B5EF4-FFF2-40B4-BE49-F238E27FC236}">
                  <a16:creationId xmlns="" xmlns:a16="http://schemas.microsoft.com/office/drawing/2014/main" id="{E3DB5570-AC77-4396-9748-4183DF7C8396}"/>
                </a:ext>
              </a:extLst>
            </p:cNvPr>
            <p:cNvSpPr txBox="1"/>
            <p:nvPr/>
          </p:nvSpPr>
          <p:spPr>
            <a:xfrm rot="16200000">
              <a:off x="8793324" y="3471480"/>
              <a:ext cx="1992086" cy="461665"/>
            </a:xfrm>
            <a:prstGeom prst="rect">
              <a:avLst/>
            </a:prstGeom>
            <a:noFill/>
          </p:spPr>
          <p:txBody>
            <a:bodyPr wrap="square" rtlCol="0">
              <a:spAutoFit/>
            </a:bodyPr>
            <a:lstStyle/>
            <a:p>
              <a:pPr algn="r"/>
              <a:r>
                <a:rPr lang="en-US" sz="2400" b="1" dirty="0" smtClean="0">
                  <a:solidFill>
                    <a:srgbClr val="F0EEF0"/>
                  </a:solidFill>
                  <a:latin typeface="Tw Cen MT" panose="020B0602020104020603" pitchFamily="34" charset="0"/>
                </a:rPr>
                <a:t>Algorithm</a:t>
              </a:r>
              <a:endParaRPr lang="en-US" sz="2400" b="1" dirty="0">
                <a:solidFill>
                  <a:srgbClr val="F0EEF0"/>
                </a:solidFill>
                <a:latin typeface="Tw Cen MT" panose="020B0602020104020603" pitchFamily="34" charset="0"/>
              </a:endParaRPr>
            </a:p>
          </p:txBody>
        </p:sp>
        <p:pic>
          <p:nvPicPr>
            <p:cNvPr id="99" name="Picture 98">
              <a:extLst>
                <a:ext uri="{FF2B5EF4-FFF2-40B4-BE49-F238E27FC236}">
                  <a16:creationId xmlns="" xmlns:a16="http://schemas.microsoft.com/office/drawing/2014/main" id="{F6ED4041-CDD9-443D-802E-47D4387906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71" name="Group 70">
            <a:extLst>
              <a:ext uri="{FF2B5EF4-FFF2-40B4-BE49-F238E27FC236}">
                <a16:creationId xmlns="" xmlns:a16="http://schemas.microsoft.com/office/drawing/2014/main" id="{E7044FAB-DB4A-4E59-B111-8CA4168E7FA4}"/>
              </a:ext>
            </a:extLst>
          </p:cNvPr>
          <p:cNvGrpSpPr/>
          <p:nvPr/>
        </p:nvGrpSpPr>
        <p:grpSpPr>
          <a:xfrm>
            <a:off x="-7638543" y="-1"/>
            <a:ext cx="8692331" cy="6858000"/>
            <a:chOff x="718505" y="-1"/>
            <a:chExt cx="8692331" cy="6858000"/>
          </a:xfrm>
        </p:grpSpPr>
        <p:sp>
          <p:nvSpPr>
            <p:cNvPr id="72" name="Rectangle 71">
              <a:extLst>
                <a:ext uri="{FF2B5EF4-FFF2-40B4-BE49-F238E27FC236}">
                  <a16:creationId xmlns="" xmlns:a16="http://schemas.microsoft.com/office/drawing/2014/main" id="{824F072A-08CC-4CC6-B5EF-C1833A244FA3}"/>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Shape 72">
              <a:extLst>
                <a:ext uri="{FF2B5EF4-FFF2-40B4-BE49-F238E27FC236}">
                  <a16:creationId xmlns="" xmlns:a16="http://schemas.microsoft.com/office/drawing/2014/main" id="{A3C6C4A9-8B6A-429B-980E-26CD0C3A573E}"/>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TextBox 73">
              <a:extLst>
                <a:ext uri="{FF2B5EF4-FFF2-40B4-BE49-F238E27FC236}">
                  <a16:creationId xmlns="" xmlns:a16="http://schemas.microsoft.com/office/drawing/2014/main" id="{858AC381-BFD1-4A89-AE49-8ADC853A6849}"/>
                </a:ext>
              </a:extLst>
            </p:cNvPr>
            <p:cNvSpPr txBox="1"/>
            <p:nvPr/>
          </p:nvSpPr>
          <p:spPr>
            <a:xfrm rot="16200000">
              <a:off x="8091629" y="3251164"/>
              <a:ext cx="1992086" cy="523220"/>
            </a:xfrm>
            <a:prstGeom prst="rect">
              <a:avLst/>
            </a:prstGeom>
            <a:noFill/>
          </p:spPr>
          <p:txBody>
            <a:bodyPr wrap="square" rtlCol="0">
              <a:spAutoFit/>
            </a:bodyPr>
            <a:lstStyle/>
            <a:p>
              <a:pPr algn="ctr"/>
              <a:r>
                <a:rPr lang="en-US" sz="2800" b="1" dirty="0">
                  <a:solidFill>
                    <a:srgbClr val="F0EEF0"/>
                  </a:solidFill>
                  <a:latin typeface="Tw Cen MT" panose="020B0602020104020603" pitchFamily="34" charset="0"/>
                </a:rPr>
                <a:t>Conclusion</a:t>
              </a:r>
            </a:p>
          </p:txBody>
        </p:sp>
        <p:pic>
          <p:nvPicPr>
            <p:cNvPr id="75" name="Picture 74">
              <a:extLst>
                <a:ext uri="{FF2B5EF4-FFF2-40B4-BE49-F238E27FC236}">
                  <a16:creationId xmlns="" xmlns:a16="http://schemas.microsoft.com/office/drawing/2014/main" id="{9DF2E944-82FA-495B-8A5C-9BDE263553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76" name="Group 75">
            <a:extLst>
              <a:ext uri="{FF2B5EF4-FFF2-40B4-BE49-F238E27FC236}">
                <a16:creationId xmlns="" xmlns:a16="http://schemas.microsoft.com/office/drawing/2014/main" id="{60E31D48-090A-4A9C-AF5C-4B0C49C47C7D}"/>
              </a:ext>
            </a:extLst>
          </p:cNvPr>
          <p:cNvGrpSpPr/>
          <p:nvPr/>
        </p:nvGrpSpPr>
        <p:grpSpPr>
          <a:xfrm>
            <a:off x="-9395082" y="-1"/>
            <a:ext cx="9927504" cy="6858000"/>
            <a:chOff x="-9337032" y="-1"/>
            <a:chExt cx="9927504" cy="6858000"/>
          </a:xfrm>
        </p:grpSpPr>
        <p:sp>
          <p:nvSpPr>
            <p:cNvPr id="77" name="Rectangle 76">
              <a:extLst>
                <a:ext uri="{FF2B5EF4-FFF2-40B4-BE49-F238E27FC236}">
                  <a16:creationId xmlns="" xmlns:a16="http://schemas.microsoft.com/office/drawing/2014/main" id="{3A79A714-CB74-4EFD-9BC1-A7F2F993842A}"/>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Freeform: Shape 77">
              <a:extLst>
                <a:ext uri="{FF2B5EF4-FFF2-40B4-BE49-F238E27FC236}">
                  <a16:creationId xmlns="" xmlns:a16="http://schemas.microsoft.com/office/drawing/2014/main" id="{B006C60A-833A-41C2-A553-8132E7B3A7DB}"/>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TextBox 78">
              <a:extLst>
                <a:ext uri="{FF2B5EF4-FFF2-40B4-BE49-F238E27FC236}">
                  <a16:creationId xmlns="" xmlns:a16="http://schemas.microsoft.com/office/drawing/2014/main" id="{95AECC6C-A520-4756-9163-08D14835D791}"/>
                </a:ext>
              </a:extLst>
            </p:cNvPr>
            <p:cNvSpPr txBox="1"/>
            <p:nvPr/>
          </p:nvSpPr>
          <p:spPr>
            <a:xfrm rot="16200000">
              <a:off x="-738260" y="3189608"/>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Thank u</a:t>
              </a:r>
            </a:p>
          </p:txBody>
        </p:sp>
        <p:pic>
          <p:nvPicPr>
            <p:cNvPr id="80" name="Picture 79">
              <a:extLst>
                <a:ext uri="{FF2B5EF4-FFF2-40B4-BE49-F238E27FC236}">
                  <a16:creationId xmlns="" xmlns:a16="http://schemas.microsoft.com/office/drawing/2014/main" id="{0F8A56B9-A504-4035-8439-53ED4617B8B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sp>
        <p:nvSpPr>
          <p:cNvPr id="5" name="TextBox 4">
            <a:extLst>
              <a:ext uri="{FF2B5EF4-FFF2-40B4-BE49-F238E27FC236}">
                <a16:creationId xmlns="" xmlns:a16="http://schemas.microsoft.com/office/drawing/2014/main" id="{EAAD080B-178B-4EE9-A594-C98300970B1F}"/>
              </a:ext>
            </a:extLst>
          </p:cNvPr>
          <p:cNvSpPr txBox="1"/>
          <p:nvPr/>
        </p:nvSpPr>
        <p:spPr>
          <a:xfrm>
            <a:off x="2616053" y="245049"/>
            <a:ext cx="6035040" cy="830997"/>
          </a:xfrm>
          <a:prstGeom prst="rect">
            <a:avLst/>
          </a:prstGeom>
          <a:noFill/>
        </p:spPr>
        <p:txBody>
          <a:bodyPr wrap="square" rtlCol="0">
            <a:spAutoFit/>
          </a:bodyPr>
          <a:lstStyle/>
          <a:p>
            <a:pPr algn="ctr"/>
            <a:r>
              <a:rPr lang="en-US" sz="4800" b="1" dirty="0" smtClean="0">
                <a:solidFill>
                  <a:schemeClr val="accent6"/>
                </a:solidFill>
                <a:latin typeface="Tw Cen MT" panose="020B0602020104020603" pitchFamily="34" charset="0"/>
              </a:rPr>
              <a:t>MDR </a:t>
            </a:r>
            <a:endParaRPr lang="en-IN" sz="4800" b="1" dirty="0">
              <a:solidFill>
                <a:schemeClr val="accent6"/>
              </a:solidFill>
              <a:latin typeface="Tw Cen MT" panose="020B0602020104020603" pitchFamily="34" charset="0"/>
            </a:endParaRPr>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1248" r="466" b="1248"/>
          <a:stretch/>
        </p:blipFill>
        <p:spPr bwMode="auto">
          <a:xfrm>
            <a:off x="1732548" y="1335663"/>
            <a:ext cx="7291136" cy="4884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18632060"/>
      </p:ext>
    </p:extLst>
  </p:cSld>
  <p:clrMapOvr>
    <a:masterClrMapping/>
  </p:clrMapOvr>
  <p:transition spd="med">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49">
            <a:extLst>
              <a:ext uri="{FF2B5EF4-FFF2-40B4-BE49-F238E27FC236}">
                <a16:creationId xmlns="" xmlns:a16="http://schemas.microsoft.com/office/drawing/2014/main" id="{10781169-B7A4-446E-BD33-B9650367A7F9}"/>
              </a:ext>
            </a:extLst>
          </p:cNvPr>
          <p:cNvGrpSpPr/>
          <p:nvPr/>
        </p:nvGrpSpPr>
        <p:grpSpPr>
          <a:xfrm>
            <a:off x="-290920" y="0"/>
            <a:ext cx="12482920" cy="6858000"/>
            <a:chOff x="-290920" y="0"/>
            <a:chExt cx="12482920" cy="6858000"/>
          </a:xfrm>
        </p:grpSpPr>
        <p:sp>
          <p:nvSpPr>
            <p:cNvPr id="51" name="Rectangle 50">
              <a:extLst>
                <a:ext uri="{FF2B5EF4-FFF2-40B4-BE49-F238E27FC236}">
                  <a16:creationId xmlns="" xmlns:a16="http://schemas.microsoft.com/office/drawing/2014/main" id="{CED3AF08-30FC-4AFF-9C5C-99D0A7099514}"/>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Shape 51">
              <a:extLst>
                <a:ext uri="{FF2B5EF4-FFF2-40B4-BE49-F238E27FC236}">
                  <a16:creationId xmlns="" xmlns:a16="http://schemas.microsoft.com/office/drawing/2014/main" id="{99AF1FBA-9557-484A-B305-EE590A192E96}"/>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 xmlns:a16="http://schemas.microsoft.com/office/drawing/2014/main" id="{407E3AA2-679E-4924-AC1B-FE6C3A02C251}"/>
                </a:ext>
              </a:extLst>
            </p:cNvPr>
            <p:cNvSpPr txBox="1"/>
            <p:nvPr/>
          </p:nvSpPr>
          <p:spPr>
            <a:xfrm rot="16200000">
              <a:off x="10872792" y="3194734"/>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about</a:t>
              </a:r>
            </a:p>
          </p:txBody>
        </p:sp>
        <p:pic>
          <p:nvPicPr>
            <p:cNvPr id="54" name="Picture 53">
              <a:extLst>
                <a:ext uri="{FF2B5EF4-FFF2-40B4-BE49-F238E27FC236}">
                  <a16:creationId xmlns="" xmlns:a16="http://schemas.microsoft.com/office/drawing/2014/main" id="{CD9846FC-755F-4A0E-BAD3-A5D51C0E1E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55" name="Group 54">
            <a:extLst>
              <a:ext uri="{FF2B5EF4-FFF2-40B4-BE49-F238E27FC236}">
                <a16:creationId xmlns="" xmlns:a16="http://schemas.microsoft.com/office/drawing/2014/main" id="{F00A67C9-4929-4EFF-9CB6-292640CD2738}"/>
              </a:ext>
            </a:extLst>
          </p:cNvPr>
          <p:cNvGrpSpPr/>
          <p:nvPr/>
        </p:nvGrpSpPr>
        <p:grpSpPr>
          <a:xfrm>
            <a:off x="226788" y="-2"/>
            <a:ext cx="11865008" cy="6858000"/>
            <a:chOff x="213096" y="0"/>
            <a:chExt cx="11865008" cy="6858000"/>
          </a:xfrm>
        </p:grpSpPr>
        <p:sp>
          <p:nvSpPr>
            <p:cNvPr id="56" name="Rectangle 55">
              <a:extLst>
                <a:ext uri="{FF2B5EF4-FFF2-40B4-BE49-F238E27FC236}">
                  <a16:creationId xmlns="" xmlns:a16="http://schemas.microsoft.com/office/drawing/2014/main" id="{3E8CDB02-4760-4298-BC44-93A18EB02F13}"/>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Freeform: Shape 56">
              <a:extLst>
                <a:ext uri="{FF2B5EF4-FFF2-40B4-BE49-F238E27FC236}">
                  <a16:creationId xmlns="" xmlns:a16="http://schemas.microsoft.com/office/drawing/2014/main" id="{57C0FD50-5E69-463E-A01B-65E9D864A386}"/>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Box 57">
              <a:extLst>
                <a:ext uri="{FF2B5EF4-FFF2-40B4-BE49-F238E27FC236}">
                  <a16:creationId xmlns="" xmlns:a16="http://schemas.microsoft.com/office/drawing/2014/main" id="{04CBFB1D-37FD-419F-B98C-860BF5217905}"/>
                </a:ext>
              </a:extLst>
            </p:cNvPr>
            <p:cNvSpPr txBox="1"/>
            <p:nvPr/>
          </p:nvSpPr>
          <p:spPr>
            <a:xfrm rot="16200000">
              <a:off x="10605008" y="3065926"/>
              <a:ext cx="1992086" cy="954107"/>
            </a:xfrm>
            <a:prstGeom prst="rect">
              <a:avLst/>
            </a:prstGeom>
            <a:noFill/>
          </p:spPr>
          <p:txBody>
            <a:bodyPr wrap="square" rtlCol="0">
              <a:spAutoFit/>
            </a:bodyPr>
            <a:lstStyle/>
            <a:p>
              <a:pPr algn="ctr"/>
              <a:r>
                <a:rPr lang="en-US" sz="2800" b="1" dirty="0" smtClean="0">
                  <a:solidFill>
                    <a:srgbClr val="F0EEF0"/>
                  </a:solidFill>
                  <a:latin typeface="Tw Cen MT" panose="020B0602020104020603" pitchFamily="34" charset="0"/>
                </a:rPr>
                <a:t>Scenario</a:t>
              </a:r>
              <a:endParaRPr lang="en-US" sz="2800" b="1" dirty="0">
                <a:solidFill>
                  <a:srgbClr val="F0EEF0"/>
                </a:solidFill>
                <a:latin typeface="Tw Cen MT" panose="020B0602020104020603" pitchFamily="34" charset="0"/>
              </a:endParaRPr>
            </a:p>
            <a:p>
              <a:pPr algn="ctr"/>
              <a:endParaRPr lang="en-US" sz="2800" b="1" dirty="0">
                <a:solidFill>
                  <a:srgbClr val="F0EEF0"/>
                </a:solidFill>
                <a:latin typeface="Tw Cen MT" panose="020B0602020104020603" pitchFamily="34" charset="0"/>
              </a:endParaRPr>
            </a:p>
          </p:txBody>
        </p:sp>
        <p:pic>
          <p:nvPicPr>
            <p:cNvPr id="59" name="Picture 58">
              <a:extLst>
                <a:ext uri="{FF2B5EF4-FFF2-40B4-BE49-F238E27FC236}">
                  <a16:creationId xmlns="" xmlns:a16="http://schemas.microsoft.com/office/drawing/2014/main" id="{60B383F7-52C5-4FB7-AEC3-35A48D7354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60" name="Group 59">
            <a:extLst>
              <a:ext uri="{FF2B5EF4-FFF2-40B4-BE49-F238E27FC236}">
                <a16:creationId xmlns="" xmlns:a16="http://schemas.microsoft.com/office/drawing/2014/main" id="{6F7667A6-1C16-4F0A-A162-61BD16E6BE6B}"/>
              </a:ext>
            </a:extLst>
          </p:cNvPr>
          <p:cNvGrpSpPr/>
          <p:nvPr/>
        </p:nvGrpSpPr>
        <p:grpSpPr>
          <a:xfrm>
            <a:off x="1184133" y="0"/>
            <a:ext cx="10282415" cy="6858000"/>
            <a:chOff x="491575" y="0"/>
            <a:chExt cx="10282415" cy="6858000"/>
          </a:xfrm>
        </p:grpSpPr>
        <p:sp>
          <p:nvSpPr>
            <p:cNvPr id="61" name="Rectangle 60">
              <a:extLst>
                <a:ext uri="{FF2B5EF4-FFF2-40B4-BE49-F238E27FC236}">
                  <a16:creationId xmlns="" xmlns:a16="http://schemas.microsoft.com/office/drawing/2014/main" id="{0E8C29A9-4AAB-442C-A7A4-40DCCE0A9694}"/>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reeform: Shape 61">
              <a:extLst>
                <a:ext uri="{FF2B5EF4-FFF2-40B4-BE49-F238E27FC236}">
                  <a16:creationId xmlns="" xmlns:a16="http://schemas.microsoft.com/office/drawing/2014/main" id="{81520FE7-5699-4290-9C3C-51E0C60ECC6B}"/>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 xmlns:a16="http://schemas.microsoft.com/office/drawing/2014/main" id="{AFD50D6F-822B-4109-8B0C-BA004A0B7145}"/>
                </a:ext>
              </a:extLst>
            </p:cNvPr>
            <p:cNvSpPr txBox="1"/>
            <p:nvPr/>
          </p:nvSpPr>
          <p:spPr>
            <a:xfrm rot="16200000">
              <a:off x="9362449" y="3152557"/>
              <a:ext cx="1992086" cy="830997"/>
            </a:xfrm>
            <a:prstGeom prst="rect">
              <a:avLst/>
            </a:prstGeom>
            <a:noFill/>
          </p:spPr>
          <p:txBody>
            <a:bodyPr wrap="square" rtlCol="0">
              <a:spAutoFit/>
            </a:bodyPr>
            <a:lstStyle/>
            <a:p>
              <a:pPr algn="ctr"/>
              <a:r>
                <a:rPr lang="en-US" sz="2400" b="1" dirty="0" smtClean="0">
                  <a:solidFill>
                    <a:srgbClr val="F0EEF0"/>
                  </a:solidFill>
                  <a:latin typeface="Tw Cen MT" panose="020B0602020104020603" pitchFamily="34" charset="0"/>
                </a:rPr>
                <a:t>Objective</a:t>
              </a:r>
              <a:endParaRPr lang="en-US" sz="2400" b="1" dirty="0">
                <a:solidFill>
                  <a:srgbClr val="F0EEF0"/>
                </a:solidFill>
                <a:latin typeface="Tw Cen MT" panose="020B0602020104020603" pitchFamily="34" charset="0"/>
              </a:endParaRPr>
            </a:p>
            <a:p>
              <a:pPr algn="ctr"/>
              <a:endParaRPr lang="en-US" sz="2400" b="1" dirty="0">
                <a:solidFill>
                  <a:srgbClr val="F0EEF0"/>
                </a:solidFill>
                <a:latin typeface="Tw Cen MT" panose="020B0602020104020603" pitchFamily="34" charset="0"/>
              </a:endParaRPr>
            </a:p>
          </p:txBody>
        </p:sp>
        <p:pic>
          <p:nvPicPr>
            <p:cNvPr id="64" name="Picture 63">
              <a:extLst>
                <a:ext uri="{FF2B5EF4-FFF2-40B4-BE49-F238E27FC236}">
                  <a16:creationId xmlns="" xmlns:a16="http://schemas.microsoft.com/office/drawing/2014/main" id="{0376C61F-147B-441E-B32E-45D5BC1B66B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sp>
        <p:nvSpPr>
          <p:cNvPr id="70" name="Rectangle 69">
            <a:extLst>
              <a:ext uri="{FF2B5EF4-FFF2-40B4-BE49-F238E27FC236}">
                <a16:creationId xmlns="" xmlns:a16="http://schemas.microsoft.com/office/drawing/2014/main" id="{990CE96C-B0E8-49CB-B717-EBFFECB66027}"/>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5" name="Group 94">
            <a:extLst>
              <a:ext uri="{FF2B5EF4-FFF2-40B4-BE49-F238E27FC236}">
                <a16:creationId xmlns="" xmlns:a16="http://schemas.microsoft.com/office/drawing/2014/main" id="{4E70D3F9-D583-4ACD-8480-0F4A65ED3C83}"/>
              </a:ext>
            </a:extLst>
          </p:cNvPr>
          <p:cNvGrpSpPr/>
          <p:nvPr/>
        </p:nvGrpSpPr>
        <p:grpSpPr>
          <a:xfrm>
            <a:off x="1049062" y="0"/>
            <a:ext cx="9574094" cy="6858000"/>
            <a:chOff x="491575" y="0"/>
            <a:chExt cx="9574094" cy="6858000"/>
          </a:xfrm>
        </p:grpSpPr>
        <p:sp>
          <p:nvSpPr>
            <p:cNvPr id="96" name="Rectangle 95">
              <a:extLst>
                <a:ext uri="{FF2B5EF4-FFF2-40B4-BE49-F238E27FC236}">
                  <a16:creationId xmlns="" xmlns:a16="http://schemas.microsoft.com/office/drawing/2014/main" id="{321108FC-08B5-45CC-AB47-1104119B25FD}"/>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97" name="Freeform: Shape 96">
              <a:extLst>
                <a:ext uri="{FF2B5EF4-FFF2-40B4-BE49-F238E27FC236}">
                  <a16:creationId xmlns="" xmlns:a16="http://schemas.microsoft.com/office/drawing/2014/main" id="{96A47C8C-7F88-484E-817B-572BEDC2BC69}"/>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98" name="TextBox 97">
              <a:extLst>
                <a:ext uri="{FF2B5EF4-FFF2-40B4-BE49-F238E27FC236}">
                  <a16:creationId xmlns="" xmlns:a16="http://schemas.microsoft.com/office/drawing/2014/main" id="{E3DB5570-AC77-4396-9748-4183DF7C8396}"/>
                </a:ext>
              </a:extLst>
            </p:cNvPr>
            <p:cNvSpPr txBox="1"/>
            <p:nvPr/>
          </p:nvSpPr>
          <p:spPr>
            <a:xfrm rot="16200000">
              <a:off x="8793324" y="3471480"/>
              <a:ext cx="1992086" cy="461665"/>
            </a:xfrm>
            <a:prstGeom prst="rect">
              <a:avLst/>
            </a:prstGeom>
            <a:noFill/>
          </p:spPr>
          <p:txBody>
            <a:bodyPr wrap="square" rtlCol="0">
              <a:spAutoFit/>
            </a:bodyPr>
            <a:lstStyle/>
            <a:p>
              <a:pPr algn="r"/>
              <a:r>
                <a:rPr lang="en-US" sz="2400" b="1" dirty="0" smtClean="0">
                  <a:solidFill>
                    <a:srgbClr val="F0EEF0"/>
                  </a:solidFill>
                  <a:latin typeface="Tw Cen MT" panose="020B0602020104020603" pitchFamily="34" charset="0"/>
                </a:rPr>
                <a:t>Snapshots</a:t>
              </a:r>
              <a:endParaRPr lang="en-US" sz="2400" b="1" dirty="0">
                <a:solidFill>
                  <a:srgbClr val="F0EEF0"/>
                </a:solidFill>
                <a:latin typeface="Tw Cen MT" panose="020B0602020104020603" pitchFamily="34" charset="0"/>
              </a:endParaRPr>
            </a:p>
          </p:txBody>
        </p:sp>
        <p:pic>
          <p:nvPicPr>
            <p:cNvPr id="99" name="Picture 98">
              <a:extLst>
                <a:ext uri="{FF2B5EF4-FFF2-40B4-BE49-F238E27FC236}">
                  <a16:creationId xmlns="" xmlns:a16="http://schemas.microsoft.com/office/drawing/2014/main" id="{F6ED4041-CDD9-443D-802E-47D4387906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71" name="Group 70">
            <a:extLst>
              <a:ext uri="{FF2B5EF4-FFF2-40B4-BE49-F238E27FC236}">
                <a16:creationId xmlns="" xmlns:a16="http://schemas.microsoft.com/office/drawing/2014/main" id="{E7044FAB-DB4A-4E59-B111-8CA4168E7FA4}"/>
              </a:ext>
            </a:extLst>
          </p:cNvPr>
          <p:cNvGrpSpPr/>
          <p:nvPr/>
        </p:nvGrpSpPr>
        <p:grpSpPr>
          <a:xfrm>
            <a:off x="-7638543" y="-1"/>
            <a:ext cx="8692331" cy="6858000"/>
            <a:chOff x="718505" y="-1"/>
            <a:chExt cx="8692331" cy="6858000"/>
          </a:xfrm>
        </p:grpSpPr>
        <p:sp>
          <p:nvSpPr>
            <p:cNvPr id="72" name="Rectangle 71">
              <a:extLst>
                <a:ext uri="{FF2B5EF4-FFF2-40B4-BE49-F238E27FC236}">
                  <a16:creationId xmlns="" xmlns:a16="http://schemas.microsoft.com/office/drawing/2014/main" id="{824F072A-08CC-4CC6-B5EF-C1833A244FA3}"/>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Shape 72">
              <a:extLst>
                <a:ext uri="{FF2B5EF4-FFF2-40B4-BE49-F238E27FC236}">
                  <a16:creationId xmlns="" xmlns:a16="http://schemas.microsoft.com/office/drawing/2014/main" id="{A3C6C4A9-8B6A-429B-980E-26CD0C3A573E}"/>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TextBox 73">
              <a:extLst>
                <a:ext uri="{FF2B5EF4-FFF2-40B4-BE49-F238E27FC236}">
                  <a16:creationId xmlns="" xmlns:a16="http://schemas.microsoft.com/office/drawing/2014/main" id="{858AC381-BFD1-4A89-AE49-8ADC853A6849}"/>
                </a:ext>
              </a:extLst>
            </p:cNvPr>
            <p:cNvSpPr txBox="1"/>
            <p:nvPr/>
          </p:nvSpPr>
          <p:spPr>
            <a:xfrm rot="16200000">
              <a:off x="8091629" y="3251164"/>
              <a:ext cx="1992086" cy="523220"/>
            </a:xfrm>
            <a:prstGeom prst="rect">
              <a:avLst/>
            </a:prstGeom>
            <a:noFill/>
          </p:spPr>
          <p:txBody>
            <a:bodyPr wrap="square" rtlCol="0">
              <a:spAutoFit/>
            </a:bodyPr>
            <a:lstStyle/>
            <a:p>
              <a:pPr algn="ctr"/>
              <a:r>
                <a:rPr lang="en-US" sz="2800" b="1" dirty="0">
                  <a:solidFill>
                    <a:srgbClr val="F0EEF0"/>
                  </a:solidFill>
                  <a:latin typeface="Tw Cen MT" panose="020B0602020104020603" pitchFamily="34" charset="0"/>
                </a:rPr>
                <a:t>Conclusion</a:t>
              </a:r>
            </a:p>
          </p:txBody>
        </p:sp>
        <p:pic>
          <p:nvPicPr>
            <p:cNvPr id="75" name="Picture 74">
              <a:extLst>
                <a:ext uri="{FF2B5EF4-FFF2-40B4-BE49-F238E27FC236}">
                  <a16:creationId xmlns="" xmlns:a16="http://schemas.microsoft.com/office/drawing/2014/main" id="{9DF2E944-82FA-495B-8A5C-9BDE263553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76" name="Group 75">
            <a:extLst>
              <a:ext uri="{FF2B5EF4-FFF2-40B4-BE49-F238E27FC236}">
                <a16:creationId xmlns="" xmlns:a16="http://schemas.microsoft.com/office/drawing/2014/main" id="{60E31D48-090A-4A9C-AF5C-4B0C49C47C7D}"/>
              </a:ext>
            </a:extLst>
          </p:cNvPr>
          <p:cNvGrpSpPr/>
          <p:nvPr/>
        </p:nvGrpSpPr>
        <p:grpSpPr>
          <a:xfrm>
            <a:off x="-9395082" y="-1"/>
            <a:ext cx="9927504" cy="6858000"/>
            <a:chOff x="-9337032" y="-1"/>
            <a:chExt cx="9927504" cy="6858000"/>
          </a:xfrm>
        </p:grpSpPr>
        <p:sp>
          <p:nvSpPr>
            <p:cNvPr id="77" name="Rectangle 76">
              <a:extLst>
                <a:ext uri="{FF2B5EF4-FFF2-40B4-BE49-F238E27FC236}">
                  <a16:creationId xmlns="" xmlns:a16="http://schemas.microsoft.com/office/drawing/2014/main" id="{3A79A714-CB74-4EFD-9BC1-A7F2F993842A}"/>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Freeform: Shape 77">
              <a:extLst>
                <a:ext uri="{FF2B5EF4-FFF2-40B4-BE49-F238E27FC236}">
                  <a16:creationId xmlns="" xmlns:a16="http://schemas.microsoft.com/office/drawing/2014/main" id="{B006C60A-833A-41C2-A553-8132E7B3A7DB}"/>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TextBox 78">
              <a:extLst>
                <a:ext uri="{FF2B5EF4-FFF2-40B4-BE49-F238E27FC236}">
                  <a16:creationId xmlns="" xmlns:a16="http://schemas.microsoft.com/office/drawing/2014/main" id="{95AECC6C-A520-4756-9163-08D14835D791}"/>
                </a:ext>
              </a:extLst>
            </p:cNvPr>
            <p:cNvSpPr txBox="1"/>
            <p:nvPr/>
          </p:nvSpPr>
          <p:spPr>
            <a:xfrm rot="16200000">
              <a:off x="-738260" y="3189608"/>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Thank u</a:t>
              </a:r>
            </a:p>
          </p:txBody>
        </p:sp>
        <p:pic>
          <p:nvPicPr>
            <p:cNvPr id="80" name="Picture 79">
              <a:extLst>
                <a:ext uri="{FF2B5EF4-FFF2-40B4-BE49-F238E27FC236}">
                  <a16:creationId xmlns="" xmlns:a16="http://schemas.microsoft.com/office/drawing/2014/main" id="{0F8A56B9-A504-4035-8439-53ED4617B8B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sp>
        <p:nvSpPr>
          <p:cNvPr id="3" name="TextBox 2">
            <a:extLst>
              <a:ext uri="{FF2B5EF4-FFF2-40B4-BE49-F238E27FC236}">
                <a16:creationId xmlns="" xmlns:a16="http://schemas.microsoft.com/office/drawing/2014/main" id="{F6A64E1C-EFE8-4D6A-B106-0DC2CA71B732}"/>
              </a:ext>
            </a:extLst>
          </p:cNvPr>
          <p:cNvSpPr txBox="1"/>
          <p:nvPr/>
        </p:nvSpPr>
        <p:spPr>
          <a:xfrm>
            <a:off x="1492400" y="1120674"/>
            <a:ext cx="7656912" cy="369332"/>
          </a:xfrm>
          <a:prstGeom prst="rect">
            <a:avLst/>
          </a:prstGeom>
          <a:noFill/>
        </p:spPr>
        <p:txBody>
          <a:bodyPr wrap="square" rtlCol="0">
            <a:spAutoFit/>
          </a:bodyPr>
          <a:lstStyle/>
          <a:p>
            <a:r>
              <a:rPr lang="en-IN" dirty="0"/>
              <a:t> </a:t>
            </a:r>
          </a:p>
        </p:txBody>
      </p:sp>
      <p:sp>
        <p:nvSpPr>
          <p:cNvPr id="5" name="TextBox 4">
            <a:extLst>
              <a:ext uri="{FF2B5EF4-FFF2-40B4-BE49-F238E27FC236}">
                <a16:creationId xmlns="" xmlns:a16="http://schemas.microsoft.com/office/drawing/2014/main" id="{EAAD080B-178B-4EE9-A594-C98300970B1F}"/>
              </a:ext>
            </a:extLst>
          </p:cNvPr>
          <p:cNvSpPr txBox="1"/>
          <p:nvPr/>
        </p:nvSpPr>
        <p:spPr>
          <a:xfrm>
            <a:off x="2616053" y="245049"/>
            <a:ext cx="6035040" cy="1569660"/>
          </a:xfrm>
          <a:prstGeom prst="rect">
            <a:avLst/>
          </a:prstGeom>
          <a:noFill/>
        </p:spPr>
        <p:txBody>
          <a:bodyPr wrap="square" rtlCol="0">
            <a:spAutoFit/>
          </a:bodyPr>
          <a:lstStyle/>
          <a:p>
            <a:pPr algn="ctr"/>
            <a:r>
              <a:rPr lang="en-US" sz="4800" b="1" dirty="0" smtClean="0">
                <a:solidFill>
                  <a:schemeClr val="accent6"/>
                </a:solidFill>
                <a:latin typeface="Tw Cen MT" panose="020B0602020104020603" pitchFamily="34" charset="0"/>
              </a:rPr>
              <a:t>Snap Shots</a:t>
            </a:r>
            <a:endParaRPr lang="en-IN" sz="4800" b="1" dirty="0">
              <a:solidFill>
                <a:schemeClr val="accent6"/>
              </a:solidFill>
              <a:latin typeface="Tw Cen MT" panose="020B0602020104020603" pitchFamily="34" charset="0"/>
            </a:endParaRPr>
          </a:p>
          <a:p>
            <a:pPr algn="ctr"/>
            <a:endParaRPr lang="en-IN" sz="4800" dirty="0">
              <a:solidFill>
                <a:schemeClr val="accent6"/>
              </a:solidFill>
            </a:endParaRPr>
          </a:p>
        </p:txBody>
      </p:sp>
      <p:sp>
        <p:nvSpPr>
          <p:cNvPr id="2" name="TextBox 1"/>
          <p:cNvSpPr txBox="1"/>
          <p:nvPr/>
        </p:nvSpPr>
        <p:spPr>
          <a:xfrm>
            <a:off x="1625715" y="5348718"/>
            <a:ext cx="5781989" cy="461665"/>
          </a:xfrm>
          <a:prstGeom prst="rect">
            <a:avLst/>
          </a:prstGeom>
          <a:noFill/>
        </p:spPr>
        <p:txBody>
          <a:bodyPr wrap="square" rtlCol="0">
            <a:spAutoFit/>
          </a:bodyPr>
          <a:lstStyle/>
          <a:p>
            <a:r>
              <a:rPr lang="en-IN" sz="2400" dirty="0" smtClean="0"/>
              <a:t>                            Loading of dataset </a:t>
            </a:r>
            <a:endParaRPr lang="en-IN" sz="2400" dirty="0"/>
          </a:p>
        </p:txBody>
      </p:sp>
      <p:pic>
        <p:nvPicPr>
          <p:cNvPr id="205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b="2063"/>
          <a:stretch/>
        </p:blipFill>
        <p:spPr bwMode="auto">
          <a:xfrm>
            <a:off x="1313017" y="1231471"/>
            <a:ext cx="8015678" cy="403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1793912"/>
      </p:ext>
    </p:extLst>
  </p:cSld>
  <p:clrMapOvr>
    <a:masterClrMapping/>
  </p:clrMapOvr>
  <p:transition spd="med">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49">
            <a:extLst>
              <a:ext uri="{FF2B5EF4-FFF2-40B4-BE49-F238E27FC236}">
                <a16:creationId xmlns="" xmlns:a16="http://schemas.microsoft.com/office/drawing/2014/main" id="{10781169-B7A4-446E-BD33-B9650367A7F9}"/>
              </a:ext>
            </a:extLst>
          </p:cNvPr>
          <p:cNvGrpSpPr/>
          <p:nvPr/>
        </p:nvGrpSpPr>
        <p:grpSpPr>
          <a:xfrm>
            <a:off x="-290920" y="0"/>
            <a:ext cx="12482920" cy="6858000"/>
            <a:chOff x="-290920" y="0"/>
            <a:chExt cx="12482920" cy="6858000"/>
          </a:xfrm>
        </p:grpSpPr>
        <p:sp>
          <p:nvSpPr>
            <p:cNvPr id="51" name="Rectangle 50">
              <a:extLst>
                <a:ext uri="{FF2B5EF4-FFF2-40B4-BE49-F238E27FC236}">
                  <a16:creationId xmlns="" xmlns:a16="http://schemas.microsoft.com/office/drawing/2014/main" id="{CED3AF08-30FC-4AFF-9C5C-99D0A7099514}"/>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Shape 51">
              <a:extLst>
                <a:ext uri="{FF2B5EF4-FFF2-40B4-BE49-F238E27FC236}">
                  <a16:creationId xmlns="" xmlns:a16="http://schemas.microsoft.com/office/drawing/2014/main" id="{99AF1FBA-9557-484A-B305-EE590A192E96}"/>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 xmlns:a16="http://schemas.microsoft.com/office/drawing/2014/main" id="{407E3AA2-679E-4924-AC1B-FE6C3A02C251}"/>
                </a:ext>
              </a:extLst>
            </p:cNvPr>
            <p:cNvSpPr txBox="1"/>
            <p:nvPr/>
          </p:nvSpPr>
          <p:spPr>
            <a:xfrm rot="16200000">
              <a:off x="10872792" y="3194734"/>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about</a:t>
              </a:r>
            </a:p>
          </p:txBody>
        </p:sp>
        <p:pic>
          <p:nvPicPr>
            <p:cNvPr id="54" name="Picture 53">
              <a:extLst>
                <a:ext uri="{FF2B5EF4-FFF2-40B4-BE49-F238E27FC236}">
                  <a16:creationId xmlns="" xmlns:a16="http://schemas.microsoft.com/office/drawing/2014/main" id="{CD9846FC-755F-4A0E-BAD3-A5D51C0E1E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55" name="Group 54">
            <a:extLst>
              <a:ext uri="{FF2B5EF4-FFF2-40B4-BE49-F238E27FC236}">
                <a16:creationId xmlns="" xmlns:a16="http://schemas.microsoft.com/office/drawing/2014/main" id="{F00A67C9-4929-4EFF-9CB6-292640CD2738}"/>
              </a:ext>
            </a:extLst>
          </p:cNvPr>
          <p:cNvGrpSpPr/>
          <p:nvPr/>
        </p:nvGrpSpPr>
        <p:grpSpPr>
          <a:xfrm>
            <a:off x="226788" y="-2"/>
            <a:ext cx="11865008" cy="6858000"/>
            <a:chOff x="213096" y="0"/>
            <a:chExt cx="11865008" cy="6858000"/>
          </a:xfrm>
        </p:grpSpPr>
        <p:sp>
          <p:nvSpPr>
            <p:cNvPr id="56" name="Rectangle 55">
              <a:extLst>
                <a:ext uri="{FF2B5EF4-FFF2-40B4-BE49-F238E27FC236}">
                  <a16:creationId xmlns="" xmlns:a16="http://schemas.microsoft.com/office/drawing/2014/main" id="{3E8CDB02-4760-4298-BC44-93A18EB02F13}"/>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Freeform: Shape 56">
              <a:extLst>
                <a:ext uri="{FF2B5EF4-FFF2-40B4-BE49-F238E27FC236}">
                  <a16:creationId xmlns="" xmlns:a16="http://schemas.microsoft.com/office/drawing/2014/main" id="{57C0FD50-5E69-463E-A01B-65E9D864A386}"/>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Box 57">
              <a:extLst>
                <a:ext uri="{FF2B5EF4-FFF2-40B4-BE49-F238E27FC236}">
                  <a16:creationId xmlns="" xmlns:a16="http://schemas.microsoft.com/office/drawing/2014/main" id="{04CBFB1D-37FD-419F-B98C-860BF5217905}"/>
                </a:ext>
              </a:extLst>
            </p:cNvPr>
            <p:cNvSpPr txBox="1"/>
            <p:nvPr/>
          </p:nvSpPr>
          <p:spPr>
            <a:xfrm rot="16200000">
              <a:off x="10605008" y="3065926"/>
              <a:ext cx="1992086" cy="954107"/>
            </a:xfrm>
            <a:prstGeom prst="rect">
              <a:avLst/>
            </a:prstGeom>
            <a:noFill/>
          </p:spPr>
          <p:txBody>
            <a:bodyPr wrap="square" rtlCol="0">
              <a:spAutoFit/>
            </a:bodyPr>
            <a:lstStyle/>
            <a:p>
              <a:pPr algn="ctr"/>
              <a:r>
                <a:rPr lang="en-US" sz="2800" b="1" dirty="0" smtClean="0">
                  <a:solidFill>
                    <a:srgbClr val="F0EEF0"/>
                  </a:solidFill>
                  <a:latin typeface="Tw Cen MT" panose="020B0602020104020603" pitchFamily="34" charset="0"/>
                </a:rPr>
                <a:t>Scenario</a:t>
              </a:r>
              <a:endParaRPr lang="en-US" sz="2800" b="1" dirty="0">
                <a:solidFill>
                  <a:srgbClr val="F0EEF0"/>
                </a:solidFill>
                <a:latin typeface="Tw Cen MT" panose="020B0602020104020603" pitchFamily="34" charset="0"/>
              </a:endParaRPr>
            </a:p>
            <a:p>
              <a:pPr algn="ctr"/>
              <a:endParaRPr lang="en-US" sz="2800" b="1" dirty="0">
                <a:solidFill>
                  <a:srgbClr val="F0EEF0"/>
                </a:solidFill>
                <a:latin typeface="Tw Cen MT" panose="020B0602020104020603" pitchFamily="34" charset="0"/>
              </a:endParaRPr>
            </a:p>
          </p:txBody>
        </p:sp>
        <p:pic>
          <p:nvPicPr>
            <p:cNvPr id="59" name="Picture 58">
              <a:extLst>
                <a:ext uri="{FF2B5EF4-FFF2-40B4-BE49-F238E27FC236}">
                  <a16:creationId xmlns="" xmlns:a16="http://schemas.microsoft.com/office/drawing/2014/main" id="{60B383F7-52C5-4FB7-AEC3-35A48D7354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60" name="Group 59">
            <a:extLst>
              <a:ext uri="{FF2B5EF4-FFF2-40B4-BE49-F238E27FC236}">
                <a16:creationId xmlns="" xmlns:a16="http://schemas.microsoft.com/office/drawing/2014/main" id="{6F7667A6-1C16-4F0A-A162-61BD16E6BE6B}"/>
              </a:ext>
            </a:extLst>
          </p:cNvPr>
          <p:cNvGrpSpPr/>
          <p:nvPr/>
        </p:nvGrpSpPr>
        <p:grpSpPr>
          <a:xfrm>
            <a:off x="1184133" y="0"/>
            <a:ext cx="10282415" cy="6858000"/>
            <a:chOff x="491575" y="0"/>
            <a:chExt cx="10282415" cy="6858000"/>
          </a:xfrm>
        </p:grpSpPr>
        <p:sp>
          <p:nvSpPr>
            <p:cNvPr id="61" name="Rectangle 60">
              <a:extLst>
                <a:ext uri="{FF2B5EF4-FFF2-40B4-BE49-F238E27FC236}">
                  <a16:creationId xmlns="" xmlns:a16="http://schemas.microsoft.com/office/drawing/2014/main" id="{0E8C29A9-4AAB-442C-A7A4-40DCCE0A9694}"/>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reeform: Shape 61">
              <a:extLst>
                <a:ext uri="{FF2B5EF4-FFF2-40B4-BE49-F238E27FC236}">
                  <a16:creationId xmlns="" xmlns:a16="http://schemas.microsoft.com/office/drawing/2014/main" id="{81520FE7-5699-4290-9C3C-51E0C60ECC6B}"/>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 xmlns:a16="http://schemas.microsoft.com/office/drawing/2014/main" id="{AFD50D6F-822B-4109-8B0C-BA004A0B7145}"/>
                </a:ext>
              </a:extLst>
            </p:cNvPr>
            <p:cNvSpPr txBox="1"/>
            <p:nvPr/>
          </p:nvSpPr>
          <p:spPr>
            <a:xfrm rot="16200000">
              <a:off x="9362449" y="3152557"/>
              <a:ext cx="1992086" cy="830997"/>
            </a:xfrm>
            <a:prstGeom prst="rect">
              <a:avLst/>
            </a:prstGeom>
            <a:noFill/>
          </p:spPr>
          <p:txBody>
            <a:bodyPr wrap="square" rtlCol="0">
              <a:spAutoFit/>
            </a:bodyPr>
            <a:lstStyle/>
            <a:p>
              <a:pPr algn="ctr"/>
              <a:r>
                <a:rPr lang="en-US" sz="2400" b="1" dirty="0" smtClean="0">
                  <a:solidFill>
                    <a:srgbClr val="F0EEF0"/>
                  </a:solidFill>
                  <a:latin typeface="Tw Cen MT" panose="020B0602020104020603" pitchFamily="34" charset="0"/>
                </a:rPr>
                <a:t>Objective</a:t>
              </a:r>
              <a:endParaRPr lang="en-US" sz="2400" b="1" dirty="0">
                <a:solidFill>
                  <a:srgbClr val="F0EEF0"/>
                </a:solidFill>
                <a:latin typeface="Tw Cen MT" panose="020B0602020104020603" pitchFamily="34" charset="0"/>
              </a:endParaRPr>
            </a:p>
            <a:p>
              <a:pPr algn="ctr"/>
              <a:endParaRPr lang="en-US" sz="2400" b="1" dirty="0">
                <a:solidFill>
                  <a:srgbClr val="F0EEF0"/>
                </a:solidFill>
                <a:latin typeface="Tw Cen MT" panose="020B0602020104020603" pitchFamily="34" charset="0"/>
              </a:endParaRPr>
            </a:p>
          </p:txBody>
        </p:sp>
        <p:pic>
          <p:nvPicPr>
            <p:cNvPr id="64" name="Picture 63">
              <a:extLst>
                <a:ext uri="{FF2B5EF4-FFF2-40B4-BE49-F238E27FC236}">
                  <a16:creationId xmlns="" xmlns:a16="http://schemas.microsoft.com/office/drawing/2014/main" id="{0376C61F-147B-441E-B32E-45D5BC1B66B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sp>
        <p:nvSpPr>
          <p:cNvPr id="70" name="Rectangle 69">
            <a:extLst>
              <a:ext uri="{FF2B5EF4-FFF2-40B4-BE49-F238E27FC236}">
                <a16:creationId xmlns="" xmlns:a16="http://schemas.microsoft.com/office/drawing/2014/main" id="{990CE96C-B0E8-49CB-B717-EBFFECB66027}"/>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5" name="Group 94">
            <a:extLst>
              <a:ext uri="{FF2B5EF4-FFF2-40B4-BE49-F238E27FC236}">
                <a16:creationId xmlns="" xmlns:a16="http://schemas.microsoft.com/office/drawing/2014/main" id="{4E70D3F9-D583-4ACD-8480-0F4A65ED3C83}"/>
              </a:ext>
            </a:extLst>
          </p:cNvPr>
          <p:cNvGrpSpPr/>
          <p:nvPr/>
        </p:nvGrpSpPr>
        <p:grpSpPr>
          <a:xfrm>
            <a:off x="1049062" y="0"/>
            <a:ext cx="9574094" cy="6858000"/>
            <a:chOff x="491575" y="0"/>
            <a:chExt cx="9574094" cy="6858000"/>
          </a:xfrm>
        </p:grpSpPr>
        <p:sp>
          <p:nvSpPr>
            <p:cNvPr id="96" name="Rectangle 95">
              <a:extLst>
                <a:ext uri="{FF2B5EF4-FFF2-40B4-BE49-F238E27FC236}">
                  <a16:creationId xmlns="" xmlns:a16="http://schemas.microsoft.com/office/drawing/2014/main" id="{321108FC-08B5-45CC-AB47-1104119B25FD}"/>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97" name="Freeform: Shape 96">
              <a:extLst>
                <a:ext uri="{FF2B5EF4-FFF2-40B4-BE49-F238E27FC236}">
                  <a16:creationId xmlns="" xmlns:a16="http://schemas.microsoft.com/office/drawing/2014/main" id="{96A47C8C-7F88-484E-817B-572BEDC2BC69}"/>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98" name="TextBox 97">
              <a:extLst>
                <a:ext uri="{FF2B5EF4-FFF2-40B4-BE49-F238E27FC236}">
                  <a16:creationId xmlns="" xmlns:a16="http://schemas.microsoft.com/office/drawing/2014/main" id="{E3DB5570-AC77-4396-9748-4183DF7C8396}"/>
                </a:ext>
              </a:extLst>
            </p:cNvPr>
            <p:cNvSpPr txBox="1"/>
            <p:nvPr/>
          </p:nvSpPr>
          <p:spPr>
            <a:xfrm rot="16200000">
              <a:off x="8793324" y="3471480"/>
              <a:ext cx="1992086" cy="461665"/>
            </a:xfrm>
            <a:prstGeom prst="rect">
              <a:avLst/>
            </a:prstGeom>
            <a:noFill/>
          </p:spPr>
          <p:txBody>
            <a:bodyPr wrap="square" rtlCol="0">
              <a:spAutoFit/>
            </a:bodyPr>
            <a:lstStyle/>
            <a:p>
              <a:pPr algn="r"/>
              <a:r>
                <a:rPr lang="en-US" sz="2400" b="1" dirty="0" smtClean="0">
                  <a:solidFill>
                    <a:srgbClr val="F0EEF0"/>
                  </a:solidFill>
                  <a:latin typeface="Tw Cen MT" panose="020B0602020104020603" pitchFamily="34" charset="0"/>
                </a:rPr>
                <a:t>Snapshots</a:t>
              </a:r>
              <a:endParaRPr lang="en-US" sz="2400" b="1" dirty="0">
                <a:solidFill>
                  <a:srgbClr val="F0EEF0"/>
                </a:solidFill>
                <a:latin typeface="Tw Cen MT" panose="020B0602020104020603" pitchFamily="34" charset="0"/>
              </a:endParaRPr>
            </a:p>
          </p:txBody>
        </p:sp>
        <p:pic>
          <p:nvPicPr>
            <p:cNvPr id="99" name="Picture 98">
              <a:extLst>
                <a:ext uri="{FF2B5EF4-FFF2-40B4-BE49-F238E27FC236}">
                  <a16:creationId xmlns="" xmlns:a16="http://schemas.microsoft.com/office/drawing/2014/main" id="{F6ED4041-CDD9-443D-802E-47D4387906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71" name="Group 70">
            <a:extLst>
              <a:ext uri="{FF2B5EF4-FFF2-40B4-BE49-F238E27FC236}">
                <a16:creationId xmlns="" xmlns:a16="http://schemas.microsoft.com/office/drawing/2014/main" id="{E7044FAB-DB4A-4E59-B111-8CA4168E7FA4}"/>
              </a:ext>
            </a:extLst>
          </p:cNvPr>
          <p:cNvGrpSpPr/>
          <p:nvPr/>
        </p:nvGrpSpPr>
        <p:grpSpPr>
          <a:xfrm>
            <a:off x="-7638543" y="-1"/>
            <a:ext cx="8692331" cy="6858000"/>
            <a:chOff x="718505" y="-1"/>
            <a:chExt cx="8692331" cy="6858000"/>
          </a:xfrm>
        </p:grpSpPr>
        <p:sp>
          <p:nvSpPr>
            <p:cNvPr id="72" name="Rectangle 71">
              <a:extLst>
                <a:ext uri="{FF2B5EF4-FFF2-40B4-BE49-F238E27FC236}">
                  <a16:creationId xmlns="" xmlns:a16="http://schemas.microsoft.com/office/drawing/2014/main" id="{824F072A-08CC-4CC6-B5EF-C1833A244FA3}"/>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Shape 72">
              <a:extLst>
                <a:ext uri="{FF2B5EF4-FFF2-40B4-BE49-F238E27FC236}">
                  <a16:creationId xmlns="" xmlns:a16="http://schemas.microsoft.com/office/drawing/2014/main" id="{A3C6C4A9-8B6A-429B-980E-26CD0C3A573E}"/>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TextBox 73">
              <a:extLst>
                <a:ext uri="{FF2B5EF4-FFF2-40B4-BE49-F238E27FC236}">
                  <a16:creationId xmlns="" xmlns:a16="http://schemas.microsoft.com/office/drawing/2014/main" id="{858AC381-BFD1-4A89-AE49-8ADC853A6849}"/>
                </a:ext>
              </a:extLst>
            </p:cNvPr>
            <p:cNvSpPr txBox="1"/>
            <p:nvPr/>
          </p:nvSpPr>
          <p:spPr>
            <a:xfrm rot="16200000">
              <a:off x="8091629" y="3251164"/>
              <a:ext cx="1992086" cy="523220"/>
            </a:xfrm>
            <a:prstGeom prst="rect">
              <a:avLst/>
            </a:prstGeom>
            <a:noFill/>
          </p:spPr>
          <p:txBody>
            <a:bodyPr wrap="square" rtlCol="0">
              <a:spAutoFit/>
            </a:bodyPr>
            <a:lstStyle/>
            <a:p>
              <a:pPr algn="ctr"/>
              <a:r>
                <a:rPr lang="en-US" sz="2800" b="1" dirty="0">
                  <a:solidFill>
                    <a:srgbClr val="F0EEF0"/>
                  </a:solidFill>
                  <a:latin typeface="Tw Cen MT" panose="020B0602020104020603" pitchFamily="34" charset="0"/>
                </a:rPr>
                <a:t>Conclusion</a:t>
              </a:r>
            </a:p>
          </p:txBody>
        </p:sp>
        <p:pic>
          <p:nvPicPr>
            <p:cNvPr id="75" name="Picture 74">
              <a:extLst>
                <a:ext uri="{FF2B5EF4-FFF2-40B4-BE49-F238E27FC236}">
                  <a16:creationId xmlns="" xmlns:a16="http://schemas.microsoft.com/office/drawing/2014/main" id="{9DF2E944-82FA-495B-8A5C-9BDE263553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76" name="Group 75">
            <a:extLst>
              <a:ext uri="{FF2B5EF4-FFF2-40B4-BE49-F238E27FC236}">
                <a16:creationId xmlns="" xmlns:a16="http://schemas.microsoft.com/office/drawing/2014/main" id="{60E31D48-090A-4A9C-AF5C-4B0C49C47C7D}"/>
              </a:ext>
            </a:extLst>
          </p:cNvPr>
          <p:cNvGrpSpPr/>
          <p:nvPr/>
        </p:nvGrpSpPr>
        <p:grpSpPr>
          <a:xfrm>
            <a:off x="-9395082" y="-1"/>
            <a:ext cx="9927504" cy="6858000"/>
            <a:chOff x="-9337032" y="-1"/>
            <a:chExt cx="9927504" cy="6858000"/>
          </a:xfrm>
        </p:grpSpPr>
        <p:sp>
          <p:nvSpPr>
            <p:cNvPr id="77" name="Rectangle 76">
              <a:extLst>
                <a:ext uri="{FF2B5EF4-FFF2-40B4-BE49-F238E27FC236}">
                  <a16:creationId xmlns="" xmlns:a16="http://schemas.microsoft.com/office/drawing/2014/main" id="{3A79A714-CB74-4EFD-9BC1-A7F2F993842A}"/>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Freeform: Shape 77">
              <a:extLst>
                <a:ext uri="{FF2B5EF4-FFF2-40B4-BE49-F238E27FC236}">
                  <a16:creationId xmlns="" xmlns:a16="http://schemas.microsoft.com/office/drawing/2014/main" id="{B006C60A-833A-41C2-A553-8132E7B3A7DB}"/>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TextBox 78">
              <a:extLst>
                <a:ext uri="{FF2B5EF4-FFF2-40B4-BE49-F238E27FC236}">
                  <a16:creationId xmlns="" xmlns:a16="http://schemas.microsoft.com/office/drawing/2014/main" id="{95AECC6C-A520-4756-9163-08D14835D791}"/>
                </a:ext>
              </a:extLst>
            </p:cNvPr>
            <p:cNvSpPr txBox="1"/>
            <p:nvPr/>
          </p:nvSpPr>
          <p:spPr>
            <a:xfrm rot="16200000">
              <a:off x="-738260" y="3189608"/>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Thank u</a:t>
              </a:r>
            </a:p>
          </p:txBody>
        </p:sp>
        <p:pic>
          <p:nvPicPr>
            <p:cNvPr id="80" name="Picture 79">
              <a:extLst>
                <a:ext uri="{FF2B5EF4-FFF2-40B4-BE49-F238E27FC236}">
                  <a16:creationId xmlns="" xmlns:a16="http://schemas.microsoft.com/office/drawing/2014/main" id="{0F8A56B9-A504-4035-8439-53ED4617B8B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sp>
        <p:nvSpPr>
          <p:cNvPr id="3" name="TextBox 2">
            <a:extLst>
              <a:ext uri="{FF2B5EF4-FFF2-40B4-BE49-F238E27FC236}">
                <a16:creationId xmlns="" xmlns:a16="http://schemas.microsoft.com/office/drawing/2014/main" id="{F6A64E1C-EFE8-4D6A-B106-0DC2CA71B732}"/>
              </a:ext>
            </a:extLst>
          </p:cNvPr>
          <p:cNvSpPr txBox="1"/>
          <p:nvPr/>
        </p:nvSpPr>
        <p:spPr>
          <a:xfrm>
            <a:off x="1492400" y="1120674"/>
            <a:ext cx="7656912" cy="369332"/>
          </a:xfrm>
          <a:prstGeom prst="rect">
            <a:avLst/>
          </a:prstGeom>
          <a:noFill/>
        </p:spPr>
        <p:txBody>
          <a:bodyPr wrap="square" rtlCol="0">
            <a:spAutoFit/>
          </a:bodyPr>
          <a:lstStyle/>
          <a:p>
            <a:r>
              <a:rPr lang="en-IN" dirty="0"/>
              <a:t> </a:t>
            </a:r>
          </a:p>
        </p:txBody>
      </p:sp>
      <p:sp>
        <p:nvSpPr>
          <p:cNvPr id="5" name="TextBox 4">
            <a:extLst>
              <a:ext uri="{FF2B5EF4-FFF2-40B4-BE49-F238E27FC236}">
                <a16:creationId xmlns="" xmlns:a16="http://schemas.microsoft.com/office/drawing/2014/main" id="{EAAD080B-178B-4EE9-A594-C98300970B1F}"/>
              </a:ext>
            </a:extLst>
          </p:cNvPr>
          <p:cNvSpPr txBox="1"/>
          <p:nvPr/>
        </p:nvSpPr>
        <p:spPr>
          <a:xfrm>
            <a:off x="2616053" y="245049"/>
            <a:ext cx="6035040" cy="1569660"/>
          </a:xfrm>
          <a:prstGeom prst="rect">
            <a:avLst/>
          </a:prstGeom>
          <a:noFill/>
        </p:spPr>
        <p:txBody>
          <a:bodyPr wrap="square" rtlCol="0">
            <a:spAutoFit/>
          </a:bodyPr>
          <a:lstStyle/>
          <a:p>
            <a:pPr algn="ctr"/>
            <a:r>
              <a:rPr lang="en-US" sz="4800" b="1" dirty="0" smtClean="0">
                <a:solidFill>
                  <a:schemeClr val="accent6"/>
                </a:solidFill>
                <a:latin typeface="Tw Cen MT" panose="020B0602020104020603" pitchFamily="34" charset="0"/>
              </a:rPr>
              <a:t>Snap Shots</a:t>
            </a:r>
            <a:endParaRPr lang="en-IN" sz="4800" b="1" dirty="0">
              <a:solidFill>
                <a:schemeClr val="accent6"/>
              </a:solidFill>
              <a:latin typeface="Tw Cen MT" panose="020B0602020104020603" pitchFamily="34" charset="0"/>
            </a:endParaRPr>
          </a:p>
          <a:p>
            <a:pPr algn="ctr"/>
            <a:endParaRPr lang="en-IN" sz="4800" dirty="0">
              <a:solidFill>
                <a:schemeClr val="accent6"/>
              </a:solidFill>
            </a:endParaRPr>
          </a:p>
        </p:txBody>
      </p:sp>
      <p:sp>
        <p:nvSpPr>
          <p:cNvPr id="2" name="TextBox 1"/>
          <p:cNvSpPr txBox="1"/>
          <p:nvPr/>
        </p:nvSpPr>
        <p:spPr>
          <a:xfrm>
            <a:off x="2762726" y="4930714"/>
            <a:ext cx="5731510" cy="1200329"/>
          </a:xfrm>
          <a:prstGeom prst="rect">
            <a:avLst/>
          </a:prstGeom>
          <a:noFill/>
        </p:spPr>
        <p:txBody>
          <a:bodyPr wrap="square" rtlCol="0">
            <a:spAutoFit/>
          </a:bodyPr>
          <a:lstStyle/>
          <a:p>
            <a:endParaRPr lang="en-IN" sz="2400" dirty="0" smtClean="0"/>
          </a:p>
          <a:p>
            <a:endParaRPr lang="en-IN" sz="2400" dirty="0"/>
          </a:p>
          <a:p>
            <a:r>
              <a:rPr lang="en-IN" sz="2400" dirty="0" smtClean="0"/>
              <a:t>Reading the data from the provided Dataset</a:t>
            </a:r>
            <a:endParaRPr lang="en-IN" sz="2400"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8611" y="1120674"/>
            <a:ext cx="7550702" cy="4523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49519457"/>
      </p:ext>
    </p:extLst>
  </p:cSld>
  <p:clrMapOvr>
    <a:masterClrMapping/>
  </p:clrMapOvr>
  <p:transition spd="med">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49">
            <a:extLst>
              <a:ext uri="{FF2B5EF4-FFF2-40B4-BE49-F238E27FC236}">
                <a16:creationId xmlns="" xmlns:a16="http://schemas.microsoft.com/office/drawing/2014/main" id="{10781169-B7A4-446E-BD33-B9650367A7F9}"/>
              </a:ext>
            </a:extLst>
          </p:cNvPr>
          <p:cNvGrpSpPr/>
          <p:nvPr/>
        </p:nvGrpSpPr>
        <p:grpSpPr>
          <a:xfrm>
            <a:off x="-290920" y="0"/>
            <a:ext cx="12482920" cy="6858000"/>
            <a:chOff x="-290920" y="0"/>
            <a:chExt cx="12482920" cy="6858000"/>
          </a:xfrm>
        </p:grpSpPr>
        <p:sp>
          <p:nvSpPr>
            <p:cNvPr id="51" name="Rectangle 50">
              <a:extLst>
                <a:ext uri="{FF2B5EF4-FFF2-40B4-BE49-F238E27FC236}">
                  <a16:creationId xmlns="" xmlns:a16="http://schemas.microsoft.com/office/drawing/2014/main" id="{CED3AF08-30FC-4AFF-9C5C-99D0A7099514}"/>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Shape 51">
              <a:extLst>
                <a:ext uri="{FF2B5EF4-FFF2-40B4-BE49-F238E27FC236}">
                  <a16:creationId xmlns="" xmlns:a16="http://schemas.microsoft.com/office/drawing/2014/main" id="{99AF1FBA-9557-484A-B305-EE590A192E96}"/>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 xmlns:a16="http://schemas.microsoft.com/office/drawing/2014/main" id="{407E3AA2-679E-4924-AC1B-FE6C3A02C251}"/>
                </a:ext>
              </a:extLst>
            </p:cNvPr>
            <p:cNvSpPr txBox="1"/>
            <p:nvPr/>
          </p:nvSpPr>
          <p:spPr>
            <a:xfrm rot="16200000">
              <a:off x="10872792" y="3194734"/>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about</a:t>
              </a:r>
            </a:p>
          </p:txBody>
        </p:sp>
        <p:pic>
          <p:nvPicPr>
            <p:cNvPr id="54" name="Picture 53">
              <a:extLst>
                <a:ext uri="{FF2B5EF4-FFF2-40B4-BE49-F238E27FC236}">
                  <a16:creationId xmlns="" xmlns:a16="http://schemas.microsoft.com/office/drawing/2014/main" id="{CD9846FC-755F-4A0E-BAD3-A5D51C0E1E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55" name="Group 54">
            <a:extLst>
              <a:ext uri="{FF2B5EF4-FFF2-40B4-BE49-F238E27FC236}">
                <a16:creationId xmlns="" xmlns:a16="http://schemas.microsoft.com/office/drawing/2014/main" id="{F00A67C9-4929-4EFF-9CB6-292640CD2738}"/>
              </a:ext>
            </a:extLst>
          </p:cNvPr>
          <p:cNvGrpSpPr/>
          <p:nvPr/>
        </p:nvGrpSpPr>
        <p:grpSpPr>
          <a:xfrm>
            <a:off x="226788" y="-2"/>
            <a:ext cx="11865008" cy="6858000"/>
            <a:chOff x="213096" y="0"/>
            <a:chExt cx="11865008" cy="6858000"/>
          </a:xfrm>
        </p:grpSpPr>
        <p:sp>
          <p:nvSpPr>
            <p:cNvPr id="56" name="Rectangle 55">
              <a:extLst>
                <a:ext uri="{FF2B5EF4-FFF2-40B4-BE49-F238E27FC236}">
                  <a16:creationId xmlns="" xmlns:a16="http://schemas.microsoft.com/office/drawing/2014/main" id="{3E8CDB02-4760-4298-BC44-93A18EB02F13}"/>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Freeform: Shape 56">
              <a:extLst>
                <a:ext uri="{FF2B5EF4-FFF2-40B4-BE49-F238E27FC236}">
                  <a16:creationId xmlns="" xmlns:a16="http://schemas.microsoft.com/office/drawing/2014/main" id="{57C0FD50-5E69-463E-A01B-65E9D864A386}"/>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Box 57">
              <a:extLst>
                <a:ext uri="{FF2B5EF4-FFF2-40B4-BE49-F238E27FC236}">
                  <a16:creationId xmlns="" xmlns:a16="http://schemas.microsoft.com/office/drawing/2014/main" id="{04CBFB1D-37FD-419F-B98C-860BF5217905}"/>
                </a:ext>
              </a:extLst>
            </p:cNvPr>
            <p:cNvSpPr txBox="1"/>
            <p:nvPr/>
          </p:nvSpPr>
          <p:spPr>
            <a:xfrm rot="16200000">
              <a:off x="10605008" y="3065926"/>
              <a:ext cx="1992086" cy="954107"/>
            </a:xfrm>
            <a:prstGeom prst="rect">
              <a:avLst/>
            </a:prstGeom>
            <a:noFill/>
          </p:spPr>
          <p:txBody>
            <a:bodyPr wrap="square" rtlCol="0">
              <a:spAutoFit/>
            </a:bodyPr>
            <a:lstStyle/>
            <a:p>
              <a:pPr algn="ctr"/>
              <a:r>
                <a:rPr lang="en-US" sz="2800" b="1" dirty="0" smtClean="0">
                  <a:solidFill>
                    <a:srgbClr val="F0EEF0"/>
                  </a:solidFill>
                  <a:latin typeface="Tw Cen MT" panose="020B0602020104020603" pitchFamily="34" charset="0"/>
                </a:rPr>
                <a:t>Scenario</a:t>
              </a:r>
              <a:endParaRPr lang="en-US" sz="2800" b="1" dirty="0">
                <a:solidFill>
                  <a:srgbClr val="F0EEF0"/>
                </a:solidFill>
                <a:latin typeface="Tw Cen MT" panose="020B0602020104020603" pitchFamily="34" charset="0"/>
              </a:endParaRPr>
            </a:p>
            <a:p>
              <a:pPr algn="ctr"/>
              <a:endParaRPr lang="en-US" sz="2800" b="1" dirty="0">
                <a:solidFill>
                  <a:srgbClr val="F0EEF0"/>
                </a:solidFill>
                <a:latin typeface="Tw Cen MT" panose="020B0602020104020603" pitchFamily="34" charset="0"/>
              </a:endParaRPr>
            </a:p>
          </p:txBody>
        </p:sp>
        <p:pic>
          <p:nvPicPr>
            <p:cNvPr id="59" name="Picture 58">
              <a:extLst>
                <a:ext uri="{FF2B5EF4-FFF2-40B4-BE49-F238E27FC236}">
                  <a16:creationId xmlns="" xmlns:a16="http://schemas.microsoft.com/office/drawing/2014/main" id="{60B383F7-52C5-4FB7-AEC3-35A48D7354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60" name="Group 59">
            <a:extLst>
              <a:ext uri="{FF2B5EF4-FFF2-40B4-BE49-F238E27FC236}">
                <a16:creationId xmlns="" xmlns:a16="http://schemas.microsoft.com/office/drawing/2014/main" id="{6F7667A6-1C16-4F0A-A162-61BD16E6BE6B}"/>
              </a:ext>
            </a:extLst>
          </p:cNvPr>
          <p:cNvGrpSpPr/>
          <p:nvPr/>
        </p:nvGrpSpPr>
        <p:grpSpPr>
          <a:xfrm>
            <a:off x="1184133" y="0"/>
            <a:ext cx="10282415" cy="6858000"/>
            <a:chOff x="491575" y="0"/>
            <a:chExt cx="10282415" cy="6858000"/>
          </a:xfrm>
        </p:grpSpPr>
        <p:sp>
          <p:nvSpPr>
            <p:cNvPr id="61" name="Rectangle 60">
              <a:extLst>
                <a:ext uri="{FF2B5EF4-FFF2-40B4-BE49-F238E27FC236}">
                  <a16:creationId xmlns="" xmlns:a16="http://schemas.microsoft.com/office/drawing/2014/main" id="{0E8C29A9-4AAB-442C-A7A4-40DCCE0A9694}"/>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reeform: Shape 61">
              <a:extLst>
                <a:ext uri="{FF2B5EF4-FFF2-40B4-BE49-F238E27FC236}">
                  <a16:creationId xmlns="" xmlns:a16="http://schemas.microsoft.com/office/drawing/2014/main" id="{81520FE7-5699-4290-9C3C-51E0C60ECC6B}"/>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 xmlns:a16="http://schemas.microsoft.com/office/drawing/2014/main" id="{AFD50D6F-822B-4109-8B0C-BA004A0B7145}"/>
                </a:ext>
              </a:extLst>
            </p:cNvPr>
            <p:cNvSpPr txBox="1"/>
            <p:nvPr/>
          </p:nvSpPr>
          <p:spPr>
            <a:xfrm rot="16200000">
              <a:off x="9362449" y="3152557"/>
              <a:ext cx="1992086" cy="830997"/>
            </a:xfrm>
            <a:prstGeom prst="rect">
              <a:avLst/>
            </a:prstGeom>
            <a:noFill/>
          </p:spPr>
          <p:txBody>
            <a:bodyPr wrap="square" rtlCol="0">
              <a:spAutoFit/>
            </a:bodyPr>
            <a:lstStyle/>
            <a:p>
              <a:pPr algn="ctr"/>
              <a:r>
                <a:rPr lang="en-US" sz="2400" b="1" dirty="0" smtClean="0">
                  <a:solidFill>
                    <a:srgbClr val="F0EEF0"/>
                  </a:solidFill>
                  <a:latin typeface="Tw Cen MT" panose="020B0602020104020603" pitchFamily="34" charset="0"/>
                </a:rPr>
                <a:t>Objective</a:t>
              </a:r>
              <a:endParaRPr lang="en-US" sz="2400" b="1" dirty="0">
                <a:solidFill>
                  <a:srgbClr val="F0EEF0"/>
                </a:solidFill>
                <a:latin typeface="Tw Cen MT" panose="020B0602020104020603" pitchFamily="34" charset="0"/>
              </a:endParaRPr>
            </a:p>
            <a:p>
              <a:pPr algn="ctr"/>
              <a:endParaRPr lang="en-US" sz="2400" b="1" dirty="0">
                <a:solidFill>
                  <a:srgbClr val="F0EEF0"/>
                </a:solidFill>
                <a:latin typeface="Tw Cen MT" panose="020B0602020104020603" pitchFamily="34" charset="0"/>
              </a:endParaRPr>
            </a:p>
          </p:txBody>
        </p:sp>
        <p:pic>
          <p:nvPicPr>
            <p:cNvPr id="64" name="Picture 63">
              <a:extLst>
                <a:ext uri="{FF2B5EF4-FFF2-40B4-BE49-F238E27FC236}">
                  <a16:creationId xmlns="" xmlns:a16="http://schemas.microsoft.com/office/drawing/2014/main" id="{0376C61F-147B-441E-B32E-45D5BC1B66B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sp>
        <p:nvSpPr>
          <p:cNvPr id="70" name="Rectangle 69">
            <a:extLst>
              <a:ext uri="{FF2B5EF4-FFF2-40B4-BE49-F238E27FC236}">
                <a16:creationId xmlns="" xmlns:a16="http://schemas.microsoft.com/office/drawing/2014/main" id="{990CE96C-B0E8-49CB-B717-EBFFECB66027}"/>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5" name="Group 94">
            <a:extLst>
              <a:ext uri="{FF2B5EF4-FFF2-40B4-BE49-F238E27FC236}">
                <a16:creationId xmlns="" xmlns:a16="http://schemas.microsoft.com/office/drawing/2014/main" id="{4E70D3F9-D583-4ACD-8480-0F4A65ED3C83}"/>
              </a:ext>
            </a:extLst>
          </p:cNvPr>
          <p:cNvGrpSpPr/>
          <p:nvPr/>
        </p:nvGrpSpPr>
        <p:grpSpPr>
          <a:xfrm>
            <a:off x="1049062" y="0"/>
            <a:ext cx="9574094" cy="6858000"/>
            <a:chOff x="491575" y="0"/>
            <a:chExt cx="9574094" cy="6858000"/>
          </a:xfrm>
        </p:grpSpPr>
        <p:sp>
          <p:nvSpPr>
            <p:cNvPr id="96" name="Rectangle 95">
              <a:extLst>
                <a:ext uri="{FF2B5EF4-FFF2-40B4-BE49-F238E27FC236}">
                  <a16:creationId xmlns="" xmlns:a16="http://schemas.microsoft.com/office/drawing/2014/main" id="{321108FC-08B5-45CC-AB47-1104119B25FD}"/>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97" name="Freeform: Shape 96">
              <a:extLst>
                <a:ext uri="{FF2B5EF4-FFF2-40B4-BE49-F238E27FC236}">
                  <a16:creationId xmlns="" xmlns:a16="http://schemas.microsoft.com/office/drawing/2014/main" id="{96A47C8C-7F88-484E-817B-572BEDC2BC69}"/>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98" name="TextBox 97">
              <a:extLst>
                <a:ext uri="{FF2B5EF4-FFF2-40B4-BE49-F238E27FC236}">
                  <a16:creationId xmlns="" xmlns:a16="http://schemas.microsoft.com/office/drawing/2014/main" id="{E3DB5570-AC77-4396-9748-4183DF7C8396}"/>
                </a:ext>
              </a:extLst>
            </p:cNvPr>
            <p:cNvSpPr txBox="1"/>
            <p:nvPr/>
          </p:nvSpPr>
          <p:spPr>
            <a:xfrm rot="16200000">
              <a:off x="8793324" y="3471480"/>
              <a:ext cx="1992086" cy="461665"/>
            </a:xfrm>
            <a:prstGeom prst="rect">
              <a:avLst/>
            </a:prstGeom>
            <a:noFill/>
          </p:spPr>
          <p:txBody>
            <a:bodyPr wrap="square" rtlCol="0">
              <a:spAutoFit/>
            </a:bodyPr>
            <a:lstStyle/>
            <a:p>
              <a:pPr algn="r"/>
              <a:r>
                <a:rPr lang="en-US" sz="2400" b="1" dirty="0" smtClean="0">
                  <a:solidFill>
                    <a:srgbClr val="F0EEF0"/>
                  </a:solidFill>
                  <a:latin typeface="Tw Cen MT" panose="020B0602020104020603" pitchFamily="34" charset="0"/>
                </a:rPr>
                <a:t>Snapshots</a:t>
              </a:r>
              <a:endParaRPr lang="en-US" sz="2400" b="1" dirty="0">
                <a:solidFill>
                  <a:srgbClr val="F0EEF0"/>
                </a:solidFill>
                <a:latin typeface="Tw Cen MT" panose="020B0602020104020603" pitchFamily="34" charset="0"/>
              </a:endParaRPr>
            </a:p>
          </p:txBody>
        </p:sp>
        <p:pic>
          <p:nvPicPr>
            <p:cNvPr id="99" name="Picture 98">
              <a:extLst>
                <a:ext uri="{FF2B5EF4-FFF2-40B4-BE49-F238E27FC236}">
                  <a16:creationId xmlns="" xmlns:a16="http://schemas.microsoft.com/office/drawing/2014/main" id="{F6ED4041-CDD9-443D-802E-47D4387906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71" name="Group 70">
            <a:extLst>
              <a:ext uri="{FF2B5EF4-FFF2-40B4-BE49-F238E27FC236}">
                <a16:creationId xmlns="" xmlns:a16="http://schemas.microsoft.com/office/drawing/2014/main" id="{E7044FAB-DB4A-4E59-B111-8CA4168E7FA4}"/>
              </a:ext>
            </a:extLst>
          </p:cNvPr>
          <p:cNvGrpSpPr/>
          <p:nvPr/>
        </p:nvGrpSpPr>
        <p:grpSpPr>
          <a:xfrm>
            <a:off x="-7638543" y="-1"/>
            <a:ext cx="8692331" cy="6858000"/>
            <a:chOff x="718505" y="-1"/>
            <a:chExt cx="8692331" cy="6858000"/>
          </a:xfrm>
        </p:grpSpPr>
        <p:sp>
          <p:nvSpPr>
            <p:cNvPr id="72" name="Rectangle 71">
              <a:extLst>
                <a:ext uri="{FF2B5EF4-FFF2-40B4-BE49-F238E27FC236}">
                  <a16:creationId xmlns="" xmlns:a16="http://schemas.microsoft.com/office/drawing/2014/main" id="{824F072A-08CC-4CC6-B5EF-C1833A244FA3}"/>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Shape 72">
              <a:extLst>
                <a:ext uri="{FF2B5EF4-FFF2-40B4-BE49-F238E27FC236}">
                  <a16:creationId xmlns="" xmlns:a16="http://schemas.microsoft.com/office/drawing/2014/main" id="{A3C6C4A9-8B6A-429B-980E-26CD0C3A573E}"/>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TextBox 73">
              <a:extLst>
                <a:ext uri="{FF2B5EF4-FFF2-40B4-BE49-F238E27FC236}">
                  <a16:creationId xmlns="" xmlns:a16="http://schemas.microsoft.com/office/drawing/2014/main" id="{858AC381-BFD1-4A89-AE49-8ADC853A6849}"/>
                </a:ext>
              </a:extLst>
            </p:cNvPr>
            <p:cNvSpPr txBox="1"/>
            <p:nvPr/>
          </p:nvSpPr>
          <p:spPr>
            <a:xfrm rot="16200000">
              <a:off x="8091629" y="3251164"/>
              <a:ext cx="1992086" cy="523220"/>
            </a:xfrm>
            <a:prstGeom prst="rect">
              <a:avLst/>
            </a:prstGeom>
            <a:noFill/>
          </p:spPr>
          <p:txBody>
            <a:bodyPr wrap="square" rtlCol="0">
              <a:spAutoFit/>
            </a:bodyPr>
            <a:lstStyle/>
            <a:p>
              <a:pPr algn="ctr"/>
              <a:r>
                <a:rPr lang="en-US" sz="2800" b="1" dirty="0">
                  <a:solidFill>
                    <a:srgbClr val="F0EEF0"/>
                  </a:solidFill>
                  <a:latin typeface="Tw Cen MT" panose="020B0602020104020603" pitchFamily="34" charset="0"/>
                </a:rPr>
                <a:t>Conclusion</a:t>
              </a:r>
            </a:p>
          </p:txBody>
        </p:sp>
        <p:pic>
          <p:nvPicPr>
            <p:cNvPr id="75" name="Picture 74">
              <a:extLst>
                <a:ext uri="{FF2B5EF4-FFF2-40B4-BE49-F238E27FC236}">
                  <a16:creationId xmlns="" xmlns:a16="http://schemas.microsoft.com/office/drawing/2014/main" id="{9DF2E944-82FA-495B-8A5C-9BDE263553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76" name="Group 75">
            <a:extLst>
              <a:ext uri="{FF2B5EF4-FFF2-40B4-BE49-F238E27FC236}">
                <a16:creationId xmlns="" xmlns:a16="http://schemas.microsoft.com/office/drawing/2014/main" id="{60E31D48-090A-4A9C-AF5C-4B0C49C47C7D}"/>
              </a:ext>
            </a:extLst>
          </p:cNvPr>
          <p:cNvGrpSpPr/>
          <p:nvPr/>
        </p:nvGrpSpPr>
        <p:grpSpPr>
          <a:xfrm>
            <a:off x="-9395082" y="-1"/>
            <a:ext cx="9927504" cy="6858000"/>
            <a:chOff x="-9337032" y="-1"/>
            <a:chExt cx="9927504" cy="6858000"/>
          </a:xfrm>
        </p:grpSpPr>
        <p:sp>
          <p:nvSpPr>
            <p:cNvPr id="77" name="Rectangle 76">
              <a:extLst>
                <a:ext uri="{FF2B5EF4-FFF2-40B4-BE49-F238E27FC236}">
                  <a16:creationId xmlns="" xmlns:a16="http://schemas.microsoft.com/office/drawing/2014/main" id="{3A79A714-CB74-4EFD-9BC1-A7F2F993842A}"/>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Freeform: Shape 77">
              <a:extLst>
                <a:ext uri="{FF2B5EF4-FFF2-40B4-BE49-F238E27FC236}">
                  <a16:creationId xmlns="" xmlns:a16="http://schemas.microsoft.com/office/drawing/2014/main" id="{B006C60A-833A-41C2-A553-8132E7B3A7DB}"/>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TextBox 78">
              <a:extLst>
                <a:ext uri="{FF2B5EF4-FFF2-40B4-BE49-F238E27FC236}">
                  <a16:creationId xmlns="" xmlns:a16="http://schemas.microsoft.com/office/drawing/2014/main" id="{95AECC6C-A520-4756-9163-08D14835D791}"/>
                </a:ext>
              </a:extLst>
            </p:cNvPr>
            <p:cNvSpPr txBox="1"/>
            <p:nvPr/>
          </p:nvSpPr>
          <p:spPr>
            <a:xfrm rot="16200000">
              <a:off x="-738260" y="3189608"/>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Thank u</a:t>
              </a:r>
            </a:p>
          </p:txBody>
        </p:sp>
        <p:pic>
          <p:nvPicPr>
            <p:cNvPr id="80" name="Picture 79">
              <a:extLst>
                <a:ext uri="{FF2B5EF4-FFF2-40B4-BE49-F238E27FC236}">
                  <a16:creationId xmlns="" xmlns:a16="http://schemas.microsoft.com/office/drawing/2014/main" id="{0F8A56B9-A504-4035-8439-53ED4617B8B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sp>
        <p:nvSpPr>
          <p:cNvPr id="3" name="TextBox 2">
            <a:extLst>
              <a:ext uri="{FF2B5EF4-FFF2-40B4-BE49-F238E27FC236}">
                <a16:creationId xmlns="" xmlns:a16="http://schemas.microsoft.com/office/drawing/2014/main" id="{F6A64E1C-EFE8-4D6A-B106-0DC2CA71B732}"/>
              </a:ext>
            </a:extLst>
          </p:cNvPr>
          <p:cNvSpPr txBox="1"/>
          <p:nvPr/>
        </p:nvSpPr>
        <p:spPr>
          <a:xfrm>
            <a:off x="1492400" y="1120674"/>
            <a:ext cx="7656912" cy="369332"/>
          </a:xfrm>
          <a:prstGeom prst="rect">
            <a:avLst/>
          </a:prstGeom>
          <a:noFill/>
        </p:spPr>
        <p:txBody>
          <a:bodyPr wrap="square" rtlCol="0">
            <a:spAutoFit/>
          </a:bodyPr>
          <a:lstStyle/>
          <a:p>
            <a:r>
              <a:rPr lang="en-IN" dirty="0"/>
              <a:t> </a:t>
            </a:r>
          </a:p>
        </p:txBody>
      </p:sp>
      <p:sp>
        <p:nvSpPr>
          <p:cNvPr id="5" name="TextBox 4">
            <a:extLst>
              <a:ext uri="{FF2B5EF4-FFF2-40B4-BE49-F238E27FC236}">
                <a16:creationId xmlns="" xmlns:a16="http://schemas.microsoft.com/office/drawing/2014/main" id="{EAAD080B-178B-4EE9-A594-C98300970B1F}"/>
              </a:ext>
            </a:extLst>
          </p:cNvPr>
          <p:cNvSpPr txBox="1"/>
          <p:nvPr/>
        </p:nvSpPr>
        <p:spPr>
          <a:xfrm>
            <a:off x="2616053" y="245049"/>
            <a:ext cx="6035040" cy="1569660"/>
          </a:xfrm>
          <a:prstGeom prst="rect">
            <a:avLst/>
          </a:prstGeom>
          <a:noFill/>
        </p:spPr>
        <p:txBody>
          <a:bodyPr wrap="square" rtlCol="0">
            <a:spAutoFit/>
          </a:bodyPr>
          <a:lstStyle/>
          <a:p>
            <a:pPr algn="ctr"/>
            <a:r>
              <a:rPr lang="en-US" sz="4800" b="1" dirty="0" smtClean="0">
                <a:solidFill>
                  <a:schemeClr val="accent6"/>
                </a:solidFill>
                <a:latin typeface="Tw Cen MT" panose="020B0602020104020603" pitchFamily="34" charset="0"/>
              </a:rPr>
              <a:t>Snap Shots</a:t>
            </a:r>
            <a:endParaRPr lang="en-IN" sz="4800" b="1" dirty="0">
              <a:solidFill>
                <a:schemeClr val="accent6"/>
              </a:solidFill>
              <a:latin typeface="Tw Cen MT" panose="020B0602020104020603" pitchFamily="34" charset="0"/>
            </a:endParaRPr>
          </a:p>
          <a:p>
            <a:pPr algn="ctr"/>
            <a:endParaRPr lang="en-IN" sz="4800" dirty="0">
              <a:solidFill>
                <a:schemeClr val="accent6"/>
              </a:solidFill>
            </a:endParaRPr>
          </a:p>
        </p:txBody>
      </p:sp>
      <p:sp>
        <p:nvSpPr>
          <p:cNvPr id="2" name="TextBox 1"/>
          <p:cNvSpPr txBox="1"/>
          <p:nvPr/>
        </p:nvSpPr>
        <p:spPr>
          <a:xfrm>
            <a:off x="2640909" y="4698356"/>
            <a:ext cx="5731510" cy="1200329"/>
          </a:xfrm>
          <a:prstGeom prst="rect">
            <a:avLst/>
          </a:prstGeom>
          <a:noFill/>
        </p:spPr>
        <p:txBody>
          <a:bodyPr wrap="square" rtlCol="0">
            <a:spAutoFit/>
          </a:bodyPr>
          <a:lstStyle/>
          <a:p>
            <a:endParaRPr lang="en-IN" sz="2400" dirty="0" smtClean="0"/>
          </a:p>
          <a:p>
            <a:endParaRPr lang="en-IN" sz="2400" dirty="0" smtClean="0"/>
          </a:p>
          <a:p>
            <a:r>
              <a:rPr lang="en-IN" sz="2400" dirty="0" smtClean="0"/>
              <a:t>Splitting Training  and Testing data</a:t>
            </a:r>
            <a:endParaRPr lang="en-IN" sz="2400"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8266" y="1120674"/>
            <a:ext cx="7965179" cy="4255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0706604"/>
      </p:ext>
    </p:extLst>
  </p:cSld>
  <p:clrMapOvr>
    <a:masterClrMapping/>
  </p:clrMapOvr>
  <p:transition spd="med">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49">
            <a:extLst>
              <a:ext uri="{FF2B5EF4-FFF2-40B4-BE49-F238E27FC236}">
                <a16:creationId xmlns="" xmlns:a16="http://schemas.microsoft.com/office/drawing/2014/main" id="{10781169-B7A4-446E-BD33-B9650367A7F9}"/>
              </a:ext>
            </a:extLst>
          </p:cNvPr>
          <p:cNvGrpSpPr/>
          <p:nvPr/>
        </p:nvGrpSpPr>
        <p:grpSpPr>
          <a:xfrm>
            <a:off x="-290920" y="0"/>
            <a:ext cx="12482920" cy="6858000"/>
            <a:chOff x="-290920" y="0"/>
            <a:chExt cx="12482920" cy="6858000"/>
          </a:xfrm>
        </p:grpSpPr>
        <p:sp>
          <p:nvSpPr>
            <p:cNvPr id="51" name="Rectangle 50">
              <a:extLst>
                <a:ext uri="{FF2B5EF4-FFF2-40B4-BE49-F238E27FC236}">
                  <a16:creationId xmlns="" xmlns:a16="http://schemas.microsoft.com/office/drawing/2014/main" id="{CED3AF08-30FC-4AFF-9C5C-99D0A7099514}"/>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Shape 51">
              <a:extLst>
                <a:ext uri="{FF2B5EF4-FFF2-40B4-BE49-F238E27FC236}">
                  <a16:creationId xmlns="" xmlns:a16="http://schemas.microsoft.com/office/drawing/2014/main" id="{99AF1FBA-9557-484A-B305-EE590A192E96}"/>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 xmlns:a16="http://schemas.microsoft.com/office/drawing/2014/main" id="{407E3AA2-679E-4924-AC1B-FE6C3A02C251}"/>
                </a:ext>
              </a:extLst>
            </p:cNvPr>
            <p:cNvSpPr txBox="1"/>
            <p:nvPr/>
          </p:nvSpPr>
          <p:spPr>
            <a:xfrm rot="16200000">
              <a:off x="10872792" y="3194734"/>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about</a:t>
              </a:r>
            </a:p>
          </p:txBody>
        </p:sp>
        <p:pic>
          <p:nvPicPr>
            <p:cNvPr id="54" name="Picture 53">
              <a:extLst>
                <a:ext uri="{FF2B5EF4-FFF2-40B4-BE49-F238E27FC236}">
                  <a16:creationId xmlns="" xmlns:a16="http://schemas.microsoft.com/office/drawing/2014/main" id="{CD9846FC-755F-4A0E-BAD3-A5D51C0E1E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55" name="Group 54">
            <a:extLst>
              <a:ext uri="{FF2B5EF4-FFF2-40B4-BE49-F238E27FC236}">
                <a16:creationId xmlns="" xmlns:a16="http://schemas.microsoft.com/office/drawing/2014/main" id="{F00A67C9-4929-4EFF-9CB6-292640CD2738}"/>
              </a:ext>
            </a:extLst>
          </p:cNvPr>
          <p:cNvGrpSpPr/>
          <p:nvPr/>
        </p:nvGrpSpPr>
        <p:grpSpPr>
          <a:xfrm>
            <a:off x="226788" y="-2"/>
            <a:ext cx="11865008" cy="6858000"/>
            <a:chOff x="213096" y="0"/>
            <a:chExt cx="11865008" cy="6858000"/>
          </a:xfrm>
        </p:grpSpPr>
        <p:sp>
          <p:nvSpPr>
            <p:cNvPr id="56" name="Rectangle 55">
              <a:extLst>
                <a:ext uri="{FF2B5EF4-FFF2-40B4-BE49-F238E27FC236}">
                  <a16:creationId xmlns="" xmlns:a16="http://schemas.microsoft.com/office/drawing/2014/main" id="{3E8CDB02-4760-4298-BC44-93A18EB02F13}"/>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Freeform: Shape 56">
              <a:extLst>
                <a:ext uri="{FF2B5EF4-FFF2-40B4-BE49-F238E27FC236}">
                  <a16:creationId xmlns="" xmlns:a16="http://schemas.microsoft.com/office/drawing/2014/main" id="{57C0FD50-5E69-463E-A01B-65E9D864A386}"/>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Box 57">
              <a:extLst>
                <a:ext uri="{FF2B5EF4-FFF2-40B4-BE49-F238E27FC236}">
                  <a16:creationId xmlns="" xmlns:a16="http://schemas.microsoft.com/office/drawing/2014/main" id="{04CBFB1D-37FD-419F-B98C-860BF5217905}"/>
                </a:ext>
              </a:extLst>
            </p:cNvPr>
            <p:cNvSpPr txBox="1"/>
            <p:nvPr/>
          </p:nvSpPr>
          <p:spPr>
            <a:xfrm rot="16200000">
              <a:off x="10605008" y="3065926"/>
              <a:ext cx="1992086" cy="954107"/>
            </a:xfrm>
            <a:prstGeom prst="rect">
              <a:avLst/>
            </a:prstGeom>
            <a:noFill/>
          </p:spPr>
          <p:txBody>
            <a:bodyPr wrap="square" rtlCol="0">
              <a:spAutoFit/>
            </a:bodyPr>
            <a:lstStyle/>
            <a:p>
              <a:pPr algn="ctr"/>
              <a:r>
                <a:rPr lang="en-US" sz="2800" b="1" dirty="0" smtClean="0">
                  <a:solidFill>
                    <a:srgbClr val="F0EEF0"/>
                  </a:solidFill>
                  <a:latin typeface="Tw Cen MT" panose="020B0602020104020603" pitchFamily="34" charset="0"/>
                </a:rPr>
                <a:t>Scenario</a:t>
              </a:r>
              <a:endParaRPr lang="en-US" sz="2800" b="1" dirty="0">
                <a:solidFill>
                  <a:srgbClr val="F0EEF0"/>
                </a:solidFill>
                <a:latin typeface="Tw Cen MT" panose="020B0602020104020603" pitchFamily="34" charset="0"/>
              </a:endParaRPr>
            </a:p>
            <a:p>
              <a:pPr algn="ctr"/>
              <a:endParaRPr lang="en-US" sz="2800" b="1" dirty="0">
                <a:solidFill>
                  <a:srgbClr val="F0EEF0"/>
                </a:solidFill>
                <a:latin typeface="Tw Cen MT" panose="020B0602020104020603" pitchFamily="34" charset="0"/>
              </a:endParaRPr>
            </a:p>
          </p:txBody>
        </p:sp>
        <p:pic>
          <p:nvPicPr>
            <p:cNvPr id="59" name="Picture 58">
              <a:extLst>
                <a:ext uri="{FF2B5EF4-FFF2-40B4-BE49-F238E27FC236}">
                  <a16:creationId xmlns="" xmlns:a16="http://schemas.microsoft.com/office/drawing/2014/main" id="{60B383F7-52C5-4FB7-AEC3-35A48D7354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60" name="Group 59">
            <a:extLst>
              <a:ext uri="{FF2B5EF4-FFF2-40B4-BE49-F238E27FC236}">
                <a16:creationId xmlns="" xmlns:a16="http://schemas.microsoft.com/office/drawing/2014/main" id="{6F7667A6-1C16-4F0A-A162-61BD16E6BE6B}"/>
              </a:ext>
            </a:extLst>
          </p:cNvPr>
          <p:cNvGrpSpPr/>
          <p:nvPr/>
        </p:nvGrpSpPr>
        <p:grpSpPr>
          <a:xfrm>
            <a:off x="1184133" y="0"/>
            <a:ext cx="10282415" cy="6858000"/>
            <a:chOff x="491575" y="0"/>
            <a:chExt cx="10282415" cy="6858000"/>
          </a:xfrm>
        </p:grpSpPr>
        <p:sp>
          <p:nvSpPr>
            <p:cNvPr id="61" name="Rectangle 60">
              <a:extLst>
                <a:ext uri="{FF2B5EF4-FFF2-40B4-BE49-F238E27FC236}">
                  <a16:creationId xmlns="" xmlns:a16="http://schemas.microsoft.com/office/drawing/2014/main" id="{0E8C29A9-4AAB-442C-A7A4-40DCCE0A9694}"/>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reeform: Shape 61">
              <a:extLst>
                <a:ext uri="{FF2B5EF4-FFF2-40B4-BE49-F238E27FC236}">
                  <a16:creationId xmlns="" xmlns:a16="http://schemas.microsoft.com/office/drawing/2014/main" id="{81520FE7-5699-4290-9C3C-51E0C60ECC6B}"/>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 xmlns:a16="http://schemas.microsoft.com/office/drawing/2014/main" id="{AFD50D6F-822B-4109-8B0C-BA004A0B7145}"/>
                </a:ext>
              </a:extLst>
            </p:cNvPr>
            <p:cNvSpPr txBox="1"/>
            <p:nvPr/>
          </p:nvSpPr>
          <p:spPr>
            <a:xfrm rot="16200000">
              <a:off x="9362449" y="3152557"/>
              <a:ext cx="1992086" cy="830997"/>
            </a:xfrm>
            <a:prstGeom prst="rect">
              <a:avLst/>
            </a:prstGeom>
            <a:noFill/>
          </p:spPr>
          <p:txBody>
            <a:bodyPr wrap="square" rtlCol="0">
              <a:spAutoFit/>
            </a:bodyPr>
            <a:lstStyle/>
            <a:p>
              <a:pPr algn="ctr"/>
              <a:r>
                <a:rPr lang="en-US" sz="2400" b="1" dirty="0" smtClean="0">
                  <a:solidFill>
                    <a:srgbClr val="F0EEF0"/>
                  </a:solidFill>
                  <a:latin typeface="Tw Cen MT" panose="020B0602020104020603" pitchFamily="34" charset="0"/>
                </a:rPr>
                <a:t>Objective</a:t>
              </a:r>
              <a:endParaRPr lang="en-US" sz="2400" b="1" dirty="0">
                <a:solidFill>
                  <a:srgbClr val="F0EEF0"/>
                </a:solidFill>
                <a:latin typeface="Tw Cen MT" panose="020B0602020104020603" pitchFamily="34" charset="0"/>
              </a:endParaRPr>
            </a:p>
            <a:p>
              <a:pPr algn="ctr"/>
              <a:endParaRPr lang="en-US" sz="2400" b="1" dirty="0">
                <a:solidFill>
                  <a:srgbClr val="F0EEF0"/>
                </a:solidFill>
                <a:latin typeface="Tw Cen MT" panose="020B0602020104020603" pitchFamily="34" charset="0"/>
              </a:endParaRPr>
            </a:p>
          </p:txBody>
        </p:sp>
        <p:pic>
          <p:nvPicPr>
            <p:cNvPr id="64" name="Picture 63">
              <a:extLst>
                <a:ext uri="{FF2B5EF4-FFF2-40B4-BE49-F238E27FC236}">
                  <a16:creationId xmlns="" xmlns:a16="http://schemas.microsoft.com/office/drawing/2014/main" id="{0376C61F-147B-441E-B32E-45D5BC1B66B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sp>
        <p:nvSpPr>
          <p:cNvPr id="70" name="Rectangle 69">
            <a:extLst>
              <a:ext uri="{FF2B5EF4-FFF2-40B4-BE49-F238E27FC236}">
                <a16:creationId xmlns="" xmlns:a16="http://schemas.microsoft.com/office/drawing/2014/main" id="{990CE96C-B0E8-49CB-B717-EBFFECB66027}"/>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5" name="Group 94">
            <a:extLst>
              <a:ext uri="{FF2B5EF4-FFF2-40B4-BE49-F238E27FC236}">
                <a16:creationId xmlns="" xmlns:a16="http://schemas.microsoft.com/office/drawing/2014/main" id="{4E70D3F9-D583-4ACD-8480-0F4A65ED3C83}"/>
              </a:ext>
            </a:extLst>
          </p:cNvPr>
          <p:cNvGrpSpPr/>
          <p:nvPr/>
        </p:nvGrpSpPr>
        <p:grpSpPr>
          <a:xfrm>
            <a:off x="1049062" y="0"/>
            <a:ext cx="9574094" cy="6858000"/>
            <a:chOff x="491575" y="0"/>
            <a:chExt cx="9574094" cy="6858000"/>
          </a:xfrm>
        </p:grpSpPr>
        <p:sp>
          <p:nvSpPr>
            <p:cNvPr id="96" name="Rectangle 95">
              <a:extLst>
                <a:ext uri="{FF2B5EF4-FFF2-40B4-BE49-F238E27FC236}">
                  <a16:creationId xmlns="" xmlns:a16="http://schemas.microsoft.com/office/drawing/2014/main" id="{321108FC-08B5-45CC-AB47-1104119B25FD}"/>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97" name="Freeform: Shape 96">
              <a:extLst>
                <a:ext uri="{FF2B5EF4-FFF2-40B4-BE49-F238E27FC236}">
                  <a16:creationId xmlns="" xmlns:a16="http://schemas.microsoft.com/office/drawing/2014/main" id="{96A47C8C-7F88-484E-817B-572BEDC2BC69}"/>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98" name="TextBox 97">
              <a:extLst>
                <a:ext uri="{FF2B5EF4-FFF2-40B4-BE49-F238E27FC236}">
                  <a16:creationId xmlns="" xmlns:a16="http://schemas.microsoft.com/office/drawing/2014/main" id="{E3DB5570-AC77-4396-9748-4183DF7C8396}"/>
                </a:ext>
              </a:extLst>
            </p:cNvPr>
            <p:cNvSpPr txBox="1"/>
            <p:nvPr/>
          </p:nvSpPr>
          <p:spPr>
            <a:xfrm rot="16200000">
              <a:off x="8793324" y="3471480"/>
              <a:ext cx="1992086" cy="461665"/>
            </a:xfrm>
            <a:prstGeom prst="rect">
              <a:avLst/>
            </a:prstGeom>
            <a:noFill/>
          </p:spPr>
          <p:txBody>
            <a:bodyPr wrap="square" rtlCol="0">
              <a:spAutoFit/>
            </a:bodyPr>
            <a:lstStyle/>
            <a:p>
              <a:pPr algn="r"/>
              <a:r>
                <a:rPr lang="en-US" sz="2400" b="1" dirty="0" smtClean="0">
                  <a:solidFill>
                    <a:srgbClr val="F0EEF0"/>
                  </a:solidFill>
                  <a:latin typeface="Tw Cen MT" panose="020B0602020104020603" pitchFamily="34" charset="0"/>
                </a:rPr>
                <a:t>Snapshots</a:t>
              </a:r>
              <a:endParaRPr lang="en-US" sz="2400" b="1" dirty="0">
                <a:solidFill>
                  <a:srgbClr val="F0EEF0"/>
                </a:solidFill>
                <a:latin typeface="Tw Cen MT" panose="020B0602020104020603" pitchFamily="34" charset="0"/>
              </a:endParaRPr>
            </a:p>
          </p:txBody>
        </p:sp>
        <p:pic>
          <p:nvPicPr>
            <p:cNvPr id="99" name="Picture 98">
              <a:extLst>
                <a:ext uri="{FF2B5EF4-FFF2-40B4-BE49-F238E27FC236}">
                  <a16:creationId xmlns="" xmlns:a16="http://schemas.microsoft.com/office/drawing/2014/main" id="{F6ED4041-CDD9-443D-802E-47D4387906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71" name="Group 70">
            <a:extLst>
              <a:ext uri="{FF2B5EF4-FFF2-40B4-BE49-F238E27FC236}">
                <a16:creationId xmlns="" xmlns:a16="http://schemas.microsoft.com/office/drawing/2014/main" id="{E7044FAB-DB4A-4E59-B111-8CA4168E7FA4}"/>
              </a:ext>
            </a:extLst>
          </p:cNvPr>
          <p:cNvGrpSpPr/>
          <p:nvPr/>
        </p:nvGrpSpPr>
        <p:grpSpPr>
          <a:xfrm>
            <a:off x="-7638543" y="-1"/>
            <a:ext cx="8692331" cy="6858000"/>
            <a:chOff x="718505" y="-1"/>
            <a:chExt cx="8692331" cy="6858000"/>
          </a:xfrm>
        </p:grpSpPr>
        <p:sp>
          <p:nvSpPr>
            <p:cNvPr id="72" name="Rectangle 71">
              <a:extLst>
                <a:ext uri="{FF2B5EF4-FFF2-40B4-BE49-F238E27FC236}">
                  <a16:creationId xmlns="" xmlns:a16="http://schemas.microsoft.com/office/drawing/2014/main" id="{824F072A-08CC-4CC6-B5EF-C1833A244FA3}"/>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Shape 72">
              <a:extLst>
                <a:ext uri="{FF2B5EF4-FFF2-40B4-BE49-F238E27FC236}">
                  <a16:creationId xmlns="" xmlns:a16="http://schemas.microsoft.com/office/drawing/2014/main" id="{A3C6C4A9-8B6A-429B-980E-26CD0C3A573E}"/>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TextBox 73">
              <a:extLst>
                <a:ext uri="{FF2B5EF4-FFF2-40B4-BE49-F238E27FC236}">
                  <a16:creationId xmlns="" xmlns:a16="http://schemas.microsoft.com/office/drawing/2014/main" id="{858AC381-BFD1-4A89-AE49-8ADC853A6849}"/>
                </a:ext>
              </a:extLst>
            </p:cNvPr>
            <p:cNvSpPr txBox="1"/>
            <p:nvPr/>
          </p:nvSpPr>
          <p:spPr>
            <a:xfrm rot="16200000">
              <a:off x="8091629" y="3251164"/>
              <a:ext cx="1992086" cy="523220"/>
            </a:xfrm>
            <a:prstGeom prst="rect">
              <a:avLst/>
            </a:prstGeom>
            <a:noFill/>
          </p:spPr>
          <p:txBody>
            <a:bodyPr wrap="square" rtlCol="0">
              <a:spAutoFit/>
            </a:bodyPr>
            <a:lstStyle/>
            <a:p>
              <a:pPr algn="ctr"/>
              <a:r>
                <a:rPr lang="en-US" sz="2800" b="1" dirty="0">
                  <a:solidFill>
                    <a:srgbClr val="F0EEF0"/>
                  </a:solidFill>
                  <a:latin typeface="Tw Cen MT" panose="020B0602020104020603" pitchFamily="34" charset="0"/>
                </a:rPr>
                <a:t>Conclusion</a:t>
              </a:r>
            </a:p>
          </p:txBody>
        </p:sp>
        <p:pic>
          <p:nvPicPr>
            <p:cNvPr id="75" name="Picture 74">
              <a:extLst>
                <a:ext uri="{FF2B5EF4-FFF2-40B4-BE49-F238E27FC236}">
                  <a16:creationId xmlns="" xmlns:a16="http://schemas.microsoft.com/office/drawing/2014/main" id="{9DF2E944-82FA-495B-8A5C-9BDE263553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76" name="Group 75">
            <a:extLst>
              <a:ext uri="{FF2B5EF4-FFF2-40B4-BE49-F238E27FC236}">
                <a16:creationId xmlns="" xmlns:a16="http://schemas.microsoft.com/office/drawing/2014/main" id="{60E31D48-090A-4A9C-AF5C-4B0C49C47C7D}"/>
              </a:ext>
            </a:extLst>
          </p:cNvPr>
          <p:cNvGrpSpPr/>
          <p:nvPr/>
        </p:nvGrpSpPr>
        <p:grpSpPr>
          <a:xfrm>
            <a:off x="-9395082" y="-1"/>
            <a:ext cx="9927504" cy="6858000"/>
            <a:chOff x="-9337032" y="-1"/>
            <a:chExt cx="9927504" cy="6858000"/>
          </a:xfrm>
        </p:grpSpPr>
        <p:sp>
          <p:nvSpPr>
            <p:cNvPr id="77" name="Rectangle 76">
              <a:extLst>
                <a:ext uri="{FF2B5EF4-FFF2-40B4-BE49-F238E27FC236}">
                  <a16:creationId xmlns="" xmlns:a16="http://schemas.microsoft.com/office/drawing/2014/main" id="{3A79A714-CB74-4EFD-9BC1-A7F2F993842A}"/>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Freeform: Shape 77">
              <a:extLst>
                <a:ext uri="{FF2B5EF4-FFF2-40B4-BE49-F238E27FC236}">
                  <a16:creationId xmlns="" xmlns:a16="http://schemas.microsoft.com/office/drawing/2014/main" id="{B006C60A-833A-41C2-A553-8132E7B3A7DB}"/>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TextBox 78">
              <a:extLst>
                <a:ext uri="{FF2B5EF4-FFF2-40B4-BE49-F238E27FC236}">
                  <a16:creationId xmlns="" xmlns:a16="http://schemas.microsoft.com/office/drawing/2014/main" id="{95AECC6C-A520-4756-9163-08D14835D791}"/>
                </a:ext>
              </a:extLst>
            </p:cNvPr>
            <p:cNvSpPr txBox="1"/>
            <p:nvPr/>
          </p:nvSpPr>
          <p:spPr>
            <a:xfrm rot="16200000">
              <a:off x="-738260" y="3189608"/>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Thank u</a:t>
              </a:r>
            </a:p>
          </p:txBody>
        </p:sp>
        <p:pic>
          <p:nvPicPr>
            <p:cNvPr id="80" name="Picture 79">
              <a:extLst>
                <a:ext uri="{FF2B5EF4-FFF2-40B4-BE49-F238E27FC236}">
                  <a16:creationId xmlns="" xmlns:a16="http://schemas.microsoft.com/office/drawing/2014/main" id="{0F8A56B9-A504-4035-8439-53ED4617B8B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sp>
        <p:nvSpPr>
          <p:cNvPr id="3" name="TextBox 2">
            <a:extLst>
              <a:ext uri="{FF2B5EF4-FFF2-40B4-BE49-F238E27FC236}">
                <a16:creationId xmlns="" xmlns:a16="http://schemas.microsoft.com/office/drawing/2014/main" id="{F6A64E1C-EFE8-4D6A-B106-0DC2CA71B732}"/>
              </a:ext>
            </a:extLst>
          </p:cNvPr>
          <p:cNvSpPr txBox="1"/>
          <p:nvPr/>
        </p:nvSpPr>
        <p:spPr>
          <a:xfrm>
            <a:off x="1492400" y="1120674"/>
            <a:ext cx="7656912" cy="369332"/>
          </a:xfrm>
          <a:prstGeom prst="rect">
            <a:avLst/>
          </a:prstGeom>
          <a:noFill/>
        </p:spPr>
        <p:txBody>
          <a:bodyPr wrap="square" rtlCol="0">
            <a:spAutoFit/>
          </a:bodyPr>
          <a:lstStyle/>
          <a:p>
            <a:r>
              <a:rPr lang="en-IN" dirty="0"/>
              <a:t> </a:t>
            </a:r>
          </a:p>
        </p:txBody>
      </p:sp>
      <p:sp>
        <p:nvSpPr>
          <p:cNvPr id="5" name="TextBox 4">
            <a:extLst>
              <a:ext uri="{FF2B5EF4-FFF2-40B4-BE49-F238E27FC236}">
                <a16:creationId xmlns="" xmlns:a16="http://schemas.microsoft.com/office/drawing/2014/main" id="{EAAD080B-178B-4EE9-A594-C98300970B1F}"/>
              </a:ext>
            </a:extLst>
          </p:cNvPr>
          <p:cNvSpPr txBox="1"/>
          <p:nvPr/>
        </p:nvSpPr>
        <p:spPr>
          <a:xfrm>
            <a:off x="2616053" y="245049"/>
            <a:ext cx="6035040" cy="1569660"/>
          </a:xfrm>
          <a:prstGeom prst="rect">
            <a:avLst/>
          </a:prstGeom>
          <a:noFill/>
        </p:spPr>
        <p:txBody>
          <a:bodyPr wrap="square" rtlCol="0">
            <a:spAutoFit/>
          </a:bodyPr>
          <a:lstStyle/>
          <a:p>
            <a:pPr algn="ctr"/>
            <a:r>
              <a:rPr lang="en-US" sz="4800" b="1" dirty="0" smtClean="0">
                <a:solidFill>
                  <a:schemeClr val="accent6"/>
                </a:solidFill>
                <a:latin typeface="Tw Cen MT" panose="020B0602020104020603" pitchFamily="34" charset="0"/>
              </a:rPr>
              <a:t>Snap Shots</a:t>
            </a:r>
            <a:endParaRPr lang="en-IN" sz="4800" b="1" dirty="0">
              <a:solidFill>
                <a:schemeClr val="accent6"/>
              </a:solidFill>
              <a:latin typeface="Tw Cen MT" panose="020B0602020104020603" pitchFamily="34" charset="0"/>
            </a:endParaRPr>
          </a:p>
          <a:p>
            <a:pPr algn="ctr"/>
            <a:endParaRPr lang="en-IN" sz="4800" dirty="0">
              <a:solidFill>
                <a:schemeClr val="accent6"/>
              </a:solidFill>
            </a:endParaRPr>
          </a:p>
        </p:txBody>
      </p:sp>
      <p:sp>
        <p:nvSpPr>
          <p:cNvPr id="2" name="TextBox 1"/>
          <p:cNvSpPr txBox="1"/>
          <p:nvPr/>
        </p:nvSpPr>
        <p:spPr>
          <a:xfrm>
            <a:off x="2466475" y="5659034"/>
            <a:ext cx="5731510" cy="646331"/>
          </a:xfrm>
          <a:prstGeom prst="rect">
            <a:avLst/>
          </a:prstGeom>
          <a:noFill/>
        </p:spPr>
        <p:txBody>
          <a:bodyPr wrap="square" rtlCol="0">
            <a:spAutoFit/>
          </a:bodyPr>
          <a:lstStyle/>
          <a:p>
            <a:endParaRPr lang="en-IN" dirty="0" smtClean="0"/>
          </a:p>
          <a:p>
            <a:r>
              <a:rPr lang="en-IN" dirty="0" smtClean="0"/>
              <a:t>Random Forest  </a:t>
            </a:r>
            <a:r>
              <a:rPr lang="en-IN" dirty="0"/>
              <a:t>Predicted Values on Test Data is </a:t>
            </a:r>
            <a:r>
              <a:rPr lang="en-IN" dirty="0" smtClean="0"/>
              <a:t>96.125%</a:t>
            </a:r>
            <a:endParaRPr lang="en-IN"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8484" y="1029879"/>
            <a:ext cx="7640053" cy="456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466307"/>
      </p:ext>
    </p:extLst>
  </p:cSld>
  <p:clrMapOvr>
    <a:masterClrMapping/>
  </p:clrMapOvr>
  <p:transition spd="med">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49">
            <a:extLst>
              <a:ext uri="{FF2B5EF4-FFF2-40B4-BE49-F238E27FC236}">
                <a16:creationId xmlns="" xmlns:a16="http://schemas.microsoft.com/office/drawing/2014/main" id="{10781169-B7A4-446E-BD33-B9650367A7F9}"/>
              </a:ext>
            </a:extLst>
          </p:cNvPr>
          <p:cNvGrpSpPr/>
          <p:nvPr/>
        </p:nvGrpSpPr>
        <p:grpSpPr>
          <a:xfrm>
            <a:off x="-290920" y="0"/>
            <a:ext cx="12482920" cy="6858000"/>
            <a:chOff x="-290920" y="0"/>
            <a:chExt cx="12482920" cy="6858000"/>
          </a:xfrm>
        </p:grpSpPr>
        <p:sp>
          <p:nvSpPr>
            <p:cNvPr id="51" name="Rectangle 50">
              <a:extLst>
                <a:ext uri="{FF2B5EF4-FFF2-40B4-BE49-F238E27FC236}">
                  <a16:creationId xmlns="" xmlns:a16="http://schemas.microsoft.com/office/drawing/2014/main" id="{CED3AF08-30FC-4AFF-9C5C-99D0A7099514}"/>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Shape 51">
              <a:extLst>
                <a:ext uri="{FF2B5EF4-FFF2-40B4-BE49-F238E27FC236}">
                  <a16:creationId xmlns="" xmlns:a16="http://schemas.microsoft.com/office/drawing/2014/main" id="{99AF1FBA-9557-484A-B305-EE590A192E96}"/>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 xmlns:a16="http://schemas.microsoft.com/office/drawing/2014/main" id="{407E3AA2-679E-4924-AC1B-FE6C3A02C251}"/>
                </a:ext>
              </a:extLst>
            </p:cNvPr>
            <p:cNvSpPr txBox="1"/>
            <p:nvPr/>
          </p:nvSpPr>
          <p:spPr>
            <a:xfrm rot="16200000">
              <a:off x="10872792" y="3194734"/>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about</a:t>
              </a:r>
            </a:p>
          </p:txBody>
        </p:sp>
        <p:pic>
          <p:nvPicPr>
            <p:cNvPr id="54" name="Picture 53">
              <a:extLst>
                <a:ext uri="{FF2B5EF4-FFF2-40B4-BE49-F238E27FC236}">
                  <a16:creationId xmlns="" xmlns:a16="http://schemas.microsoft.com/office/drawing/2014/main" id="{CD9846FC-755F-4A0E-BAD3-A5D51C0E1E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55" name="Group 54">
            <a:extLst>
              <a:ext uri="{FF2B5EF4-FFF2-40B4-BE49-F238E27FC236}">
                <a16:creationId xmlns="" xmlns:a16="http://schemas.microsoft.com/office/drawing/2014/main" id="{F00A67C9-4929-4EFF-9CB6-292640CD2738}"/>
              </a:ext>
            </a:extLst>
          </p:cNvPr>
          <p:cNvGrpSpPr/>
          <p:nvPr/>
        </p:nvGrpSpPr>
        <p:grpSpPr>
          <a:xfrm>
            <a:off x="226788" y="-2"/>
            <a:ext cx="11865008" cy="6858000"/>
            <a:chOff x="213096" y="0"/>
            <a:chExt cx="11865008" cy="6858000"/>
          </a:xfrm>
        </p:grpSpPr>
        <p:sp>
          <p:nvSpPr>
            <p:cNvPr id="56" name="Rectangle 55">
              <a:extLst>
                <a:ext uri="{FF2B5EF4-FFF2-40B4-BE49-F238E27FC236}">
                  <a16:creationId xmlns="" xmlns:a16="http://schemas.microsoft.com/office/drawing/2014/main" id="{3E8CDB02-4760-4298-BC44-93A18EB02F13}"/>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Freeform: Shape 56">
              <a:extLst>
                <a:ext uri="{FF2B5EF4-FFF2-40B4-BE49-F238E27FC236}">
                  <a16:creationId xmlns="" xmlns:a16="http://schemas.microsoft.com/office/drawing/2014/main" id="{57C0FD50-5E69-463E-A01B-65E9D864A386}"/>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Box 57">
              <a:extLst>
                <a:ext uri="{FF2B5EF4-FFF2-40B4-BE49-F238E27FC236}">
                  <a16:creationId xmlns="" xmlns:a16="http://schemas.microsoft.com/office/drawing/2014/main" id="{04CBFB1D-37FD-419F-B98C-860BF5217905}"/>
                </a:ext>
              </a:extLst>
            </p:cNvPr>
            <p:cNvSpPr txBox="1"/>
            <p:nvPr/>
          </p:nvSpPr>
          <p:spPr>
            <a:xfrm rot="16200000">
              <a:off x="10605008" y="3065926"/>
              <a:ext cx="1992086" cy="954107"/>
            </a:xfrm>
            <a:prstGeom prst="rect">
              <a:avLst/>
            </a:prstGeom>
            <a:noFill/>
          </p:spPr>
          <p:txBody>
            <a:bodyPr wrap="square" rtlCol="0">
              <a:spAutoFit/>
            </a:bodyPr>
            <a:lstStyle/>
            <a:p>
              <a:pPr algn="ctr"/>
              <a:r>
                <a:rPr lang="en-US" sz="2800" b="1" dirty="0" smtClean="0">
                  <a:solidFill>
                    <a:srgbClr val="F0EEF0"/>
                  </a:solidFill>
                  <a:latin typeface="Tw Cen MT" panose="020B0602020104020603" pitchFamily="34" charset="0"/>
                </a:rPr>
                <a:t>Scenario</a:t>
              </a:r>
              <a:endParaRPr lang="en-US" sz="2800" b="1" dirty="0">
                <a:solidFill>
                  <a:srgbClr val="F0EEF0"/>
                </a:solidFill>
                <a:latin typeface="Tw Cen MT" panose="020B0602020104020603" pitchFamily="34" charset="0"/>
              </a:endParaRPr>
            </a:p>
            <a:p>
              <a:pPr algn="ctr"/>
              <a:endParaRPr lang="en-US" sz="2800" b="1" dirty="0">
                <a:solidFill>
                  <a:srgbClr val="F0EEF0"/>
                </a:solidFill>
                <a:latin typeface="Tw Cen MT" panose="020B0602020104020603" pitchFamily="34" charset="0"/>
              </a:endParaRPr>
            </a:p>
          </p:txBody>
        </p:sp>
        <p:pic>
          <p:nvPicPr>
            <p:cNvPr id="59" name="Picture 58">
              <a:extLst>
                <a:ext uri="{FF2B5EF4-FFF2-40B4-BE49-F238E27FC236}">
                  <a16:creationId xmlns="" xmlns:a16="http://schemas.microsoft.com/office/drawing/2014/main" id="{60B383F7-52C5-4FB7-AEC3-35A48D7354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60" name="Group 59">
            <a:extLst>
              <a:ext uri="{FF2B5EF4-FFF2-40B4-BE49-F238E27FC236}">
                <a16:creationId xmlns="" xmlns:a16="http://schemas.microsoft.com/office/drawing/2014/main" id="{6F7667A6-1C16-4F0A-A162-61BD16E6BE6B}"/>
              </a:ext>
            </a:extLst>
          </p:cNvPr>
          <p:cNvGrpSpPr/>
          <p:nvPr/>
        </p:nvGrpSpPr>
        <p:grpSpPr>
          <a:xfrm>
            <a:off x="1184133" y="0"/>
            <a:ext cx="10282415" cy="6858000"/>
            <a:chOff x="491575" y="0"/>
            <a:chExt cx="10282415" cy="6858000"/>
          </a:xfrm>
        </p:grpSpPr>
        <p:sp>
          <p:nvSpPr>
            <p:cNvPr id="61" name="Rectangle 60">
              <a:extLst>
                <a:ext uri="{FF2B5EF4-FFF2-40B4-BE49-F238E27FC236}">
                  <a16:creationId xmlns="" xmlns:a16="http://schemas.microsoft.com/office/drawing/2014/main" id="{0E8C29A9-4AAB-442C-A7A4-40DCCE0A9694}"/>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reeform: Shape 61">
              <a:extLst>
                <a:ext uri="{FF2B5EF4-FFF2-40B4-BE49-F238E27FC236}">
                  <a16:creationId xmlns="" xmlns:a16="http://schemas.microsoft.com/office/drawing/2014/main" id="{81520FE7-5699-4290-9C3C-51E0C60ECC6B}"/>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 xmlns:a16="http://schemas.microsoft.com/office/drawing/2014/main" id="{AFD50D6F-822B-4109-8B0C-BA004A0B7145}"/>
                </a:ext>
              </a:extLst>
            </p:cNvPr>
            <p:cNvSpPr txBox="1"/>
            <p:nvPr/>
          </p:nvSpPr>
          <p:spPr>
            <a:xfrm rot="16200000">
              <a:off x="9362449" y="3152557"/>
              <a:ext cx="1992086" cy="830997"/>
            </a:xfrm>
            <a:prstGeom prst="rect">
              <a:avLst/>
            </a:prstGeom>
            <a:noFill/>
          </p:spPr>
          <p:txBody>
            <a:bodyPr wrap="square" rtlCol="0">
              <a:spAutoFit/>
            </a:bodyPr>
            <a:lstStyle/>
            <a:p>
              <a:pPr algn="ctr"/>
              <a:r>
                <a:rPr lang="en-US" sz="2400" b="1" dirty="0" smtClean="0">
                  <a:solidFill>
                    <a:srgbClr val="F0EEF0"/>
                  </a:solidFill>
                  <a:latin typeface="Tw Cen MT" panose="020B0602020104020603" pitchFamily="34" charset="0"/>
                </a:rPr>
                <a:t>Objective</a:t>
              </a:r>
              <a:endParaRPr lang="en-US" sz="2400" b="1" dirty="0">
                <a:solidFill>
                  <a:srgbClr val="F0EEF0"/>
                </a:solidFill>
                <a:latin typeface="Tw Cen MT" panose="020B0602020104020603" pitchFamily="34" charset="0"/>
              </a:endParaRPr>
            </a:p>
            <a:p>
              <a:pPr algn="ctr"/>
              <a:endParaRPr lang="en-US" sz="2400" b="1" dirty="0">
                <a:solidFill>
                  <a:srgbClr val="F0EEF0"/>
                </a:solidFill>
                <a:latin typeface="Tw Cen MT" panose="020B0602020104020603" pitchFamily="34" charset="0"/>
              </a:endParaRPr>
            </a:p>
          </p:txBody>
        </p:sp>
        <p:pic>
          <p:nvPicPr>
            <p:cNvPr id="64" name="Picture 63">
              <a:extLst>
                <a:ext uri="{FF2B5EF4-FFF2-40B4-BE49-F238E27FC236}">
                  <a16:creationId xmlns="" xmlns:a16="http://schemas.microsoft.com/office/drawing/2014/main" id="{0376C61F-147B-441E-B32E-45D5BC1B66B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sp>
        <p:nvSpPr>
          <p:cNvPr id="70" name="Rectangle 69">
            <a:extLst>
              <a:ext uri="{FF2B5EF4-FFF2-40B4-BE49-F238E27FC236}">
                <a16:creationId xmlns="" xmlns:a16="http://schemas.microsoft.com/office/drawing/2014/main" id="{990CE96C-B0E8-49CB-B717-EBFFECB66027}"/>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5" name="Group 94">
            <a:extLst>
              <a:ext uri="{FF2B5EF4-FFF2-40B4-BE49-F238E27FC236}">
                <a16:creationId xmlns="" xmlns:a16="http://schemas.microsoft.com/office/drawing/2014/main" id="{4E70D3F9-D583-4ACD-8480-0F4A65ED3C83}"/>
              </a:ext>
            </a:extLst>
          </p:cNvPr>
          <p:cNvGrpSpPr/>
          <p:nvPr/>
        </p:nvGrpSpPr>
        <p:grpSpPr>
          <a:xfrm>
            <a:off x="1049062" y="0"/>
            <a:ext cx="9574094" cy="6858000"/>
            <a:chOff x="491575" y="0"/>
            <a:chExt cx="9574094" cy="6858000"/>
          </a:xfrm>
        </p:grpSpPr>
        <p:sp>
          <p:nvSpPr>
            <p:cNvPr id="96" name="Rectangle 95">
              <a:extLst>
                <a:ext uri="{FF2B5EF4-FFF2-40B4-BE49-F238E27FC236}">
                  <a16:creationId xmlns="" xmlns:a16="http://schemas.microsoft.com/office/drawing/2014/main" id="{321108FC-08B5-45CC-AB47-1104119B25FD}"/>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97" name="Freeform: Shape 96">
              <a:extLst>
                <a:ext uri="{FF2B5EF4-FFF2-40B4-BE49-F238E27FC236}">
                  <a16:creationId xmlns="" xmlns:a16="http://schemas.microsoft.com/office/drawing/2014/main" id="{96A47C8C-7F88-484E-817B-572BEDC2BC69}"/>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98" name="TextBox 97">
              <a:extLst>
                <a:ext uri="{FF2B5EF4-FFF2-40B4-BE49-F238E27FC236}">
                  <a16:creationId xmlns="" xmlns:a16="http://schemas.microsoft.com/office/drawing/2014/main" id="{E3DB5570-AC77-4396-9748-4183DF7C8396}"/>
                </a:ext>
              </a:extLst>
            </p:cNvPr>
            <p:cNvSpPr txBox="1"/>
            <p:nvPr/>
          </p:nvSpPr>
          <p:spPr>
            <a:xfrm rot="16200000">
              <a:off x="8793324" y="3471480"/>
              <a:ext cx="1992086" cy="461665"/>
            </a:xfrm>
            <a:prstGeom prst="rect">
              <a:avLst/>
            </a:prstGeom>
            <a:noFill/>
          </p:spPr>
          <p:txBody>
            <a:bodyPr wrap="square" rtlCol="0">
              <a:spAutoFit/>
            </a:bodyPr>
            <a:lstStyle/>
            <a:p>
              <a:pPr algn="r"/>
              <a:r>
                <a:rPr lang="en-US" sz="2400" b="1" dirty="0" smtClean="0">
                  <a:solidFill>
                    <a:srgbClr val="F0EEF0"/>
                  </a:solidFill>
                  <a:latin typeface="Tw Cen MT" panose="020B0602020104020603" pitchFamily="34" charset="0"/>
                </a:rPr>
                <a:t>Snapshots</a:t>
              </a:r>
              <a:endParaRPr lang="en-US" sz="2400" b="1" dirty="0">
                <a:solidFill>
                  <a:srgbClr val="F0EEF0"/>
                </a:solidFill>
                <a:latin typeface="Tw Cen MT" panose="020B0602020104020603" pitchFamily="34" charset="0"/>
              </a:endParaRPr>
            </a:p>
          </p:txBody>
        </p:sp>
        <p:pic>
          <p:nvPicPr>
            <p:cNvPr id="99" name="Picture 98">
              <a:extLst>
                <a:ext uri="{FF2B5EF4-FFF2-40B4-BE49-F238E27FC236}">
                  <a16:creationId xmlns="" xmlns:a16="http://schemas.microsoft.com/office/drawing/2014/main" id="{F6ED4041-CDD9-443D-802E-47D4387906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71" name="Group 70">
            <a:extLst>
              <a:ext uri="{FF2B5EF4-FFF2-40B4-BE49-F238E27FC236}">
                <a16:creationId xmlns="" xmlns:a16="http://schemas.microsoft.com/office/drawing/2014/main" id="{E7044FAB-DB4A-4E59-B111-8CA4168E7FA4}"/>
              </a:ext>
            </a:extLst>
          </p:cNvPr>
          <p:cNvGrpSpPr/>
          <p:nvPr/>
        </p:nvGrpSpPr>
        <p:grpSpPr>
          <a:xfrm>
            <a:off x="-7638543" y="-1"/>
            <a:ext cx="8692331" cy="6858000"/>
            <a:chOff x="718505" y="-1"/>
            <a:chExt cx="8692331" cy="6858000"/>
          </a:xfrm>
        </p:grpSpPr>
        <p:sp>
          <p:nvSpPr>
            <p:cNvPr id="72" name="Rectangle 71">
              <a:extLst>
                <a:ext uri="{FF2B5EF4-FFF2-40B4-BE49-F238E27FC236}">
                  <a16:creationId xmlns="" xmlns:a16="http://schemas.microsoft.com/office/drawing/2014/main" id="{824F072A-08CC-4CC6-B5EF-C1833A244FA3}"/>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Shape 72">
              <a:extLst>
                <a:ext uri="{FF2B5EF4-FFF2-40B4-BE49-F238E27FC236}">
                  <a16:creationId xmlns="" xmlns:a16="http://schemas.microsoft.com/office/drawing/2014/main" id="{A3C6C4A9-8B6A-429B-980E-26CD0C3A573E}"/>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TextBox 73">
              <a:extLst>
                <a:ext uri="{FF2B5EF4-FFF2-40B4-BE49-F238E27FC236}">
                  <a16:creationId xmlns="" xmlns:a16="http://schemas.microsoft.com/office/drawing/2014/main" id="{858AC381-BFD1-4A89-AE49-8ADC853A6849}"/>
                </a:ext>
              </a:extLst>
            </p:cNvPr>
            <p:cNvSpPr txBox="1"/>
            <p:nvPr/>
          </p:nvSpPr>
          <p:spPr>
            <a:xfrm rot="16200000">
              <a:off x="8091629" y="3251164"/>
              <a:ext cx="1992086" cy="523220"/>
            </a:xfrm>
            <a:prstGeom prst="rect">
              <a:avLst/>
            </a:prstGeom>
            <a:noFill/>
          </p:spPr>
          <p:txBody>
            <a:bodyPr wrap="square" rtlCol="0">
              <a:spAutoFit/>
            </a:bodyPr>
            <a:lstStyle/>
            <a:p>
              <a:pPr algn="ctr"/>
              <a:r>
                <a:rPr lang="en-US" sz="2800" b="1" dirty="0">
                  <a:solidFill>
                    <a:srgbClr val="F0EEF0"/>
                  </a:solidFill>
                  <a:latin typeface="Tw Cen MT" panose="020B0602020104020603" pitchFamily="34" charset="0"/>
                </a:rPr>
                <a:t>Conclusion</a:t>
              </a:r>
            </a:p>
          </p:txBody>
        </p:sp>
        <p:pic>
          <p:nvPicPr>
            <p:cNvPr id="75" name="Picture 74">
              <a:extLst>
                <a:ext uri="{FF2B5EF4-FFF2-40B4-BE49-F238E27FC236}">
                  <a16:creationId xmlns="" xmlns:a16="http://schemas.microsoft.com/office/drawing/2014/main" id="{9DF2E944-82FA-495B-8A5C-9BDE263553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76" name="Group 75">
            <a:extLst>
              <a:ext uri="{FF2B5EF4-FFF2-40B4-BE49-F238E27FC236}">
                <a16:creationId xmlns="" xmlns:a16="http://schemas.microsoft.com/office/drawing/2014/main" id="{60E31D48-090A-4A9C-AF5C-4B0C49C47C7D}"/>
              </a:ext>
            </a:extLst>
          </p:cNvPr>
          <p:cNvGrpSpPr/>
          <p:nvPr/>
        </p:nvGrpSpPr>
        <p:grpSpPr>
          <a:xfrm>
            <a:off x="-9395082" y="-1"/>
            <a:ext cx="9927504" cy="6858000"/>
            <a:chOff x="-9337032" y="-1"/>
            <a:chExt cx="9927504" cy="6858000"/>
          </a:xfrm>
        </p:grpSpPr>
        <p:sp>
          <p:nvSpPr>
            <p:cNvPr id="77" name="Rectangle 76">
              <a:extLst>
                <a:ext uri="{FF2B5EF4-FFF2-40B4-BE49-F238E27FC236}">
                  <a16:creationId xmlns="" xmlns:a16="http://schemas.microsoft.com/office/drawing/2014/main" id="{3A79A714-CB74-4EFD-9BC1-A7F2F993842A}"/>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Freeform: Shape 77">
              <a:extLst>
                <a:ext uri="{FF2B5EF4-FFF2-40B4-BE49-F238E27FC236}">
                  <a16:creationId xmlns="" xmlns:a16="http://schemas.microsoft.com/office/drawing/2014/main" id="{B006C60A-833A-41C2-A553-8132E7B3A7DB}"/>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TextBox 78">
              <a:extLst>
                <a:ext uri="{FF2B5EF4-FFF2-40B4-BE49-F238E27FC236}">
                  <a16:creationId xmlns="" xmlns:a16="http://schemas.microsoft.com/office/drawing/2014/main" id="{95AECC6C-A520-4756-9163-08D14835D791}"/>
                </a:ext>
              </a:extLst>
            </p:cNvPr>
            <p:cNvSpPr txBox="1"/>
            <p:nvPr/>
          </p:nvSpPr>
          <p:spPr>
            <a:xfrm rot="16200000">
              <a:off x="-738260" y="3189608"/>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Thank u</a:t>
              </a:r>
            </a:p>
          </p:txBody>
        </p:sp>
        <p:pic>
          <p:nvPicPr>
            <p:cNvPr id="80" name="Picture 79">
              <a:extLst>
                <a:ext uri="{FF2B5EF4-FFF2-40B4-BE49-F238E27FC236}">
                  <a16:creationId xmlns="" xmlns:a16="http://schemas.microsoft.com/office/drawing/2014/main" id="{0F8A56B9-A504-4035-8439-53ED4617B8B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sp>
        <p:nvSpPr>
          <p:cNvPr id="3" name="TextBox 2">
            <a:extLst>
              <a:ext uri="{FF2B5EF4-FFF2-40B4-BE49-F238E27FC236}">
                <a16:creationId xmlns="" xmlns:a16="http://schemas.microsoft.com/office/drawing/2014/main" id="{F6A64E1C-EFE8-4D6A-B106-0DC2CA71B732}"/>
              </a:ext>
            </a:extLst>
          </p:cNvPr>
          <p:cNvSpPr txBox="1"/>
          <p:nvPr/>
        </p:nvSpPr>
        <p:spPr>
          <a:xfrm>
            <a:off x="1492400" y="1120674"/>
            <a:ext cx="7656912" cy="369332"/>
          </a:xfrm>
          <a:prstGeom prst="rect">
            <a:avLst/>
          </a:prstGeom>
          <a:noFill/>
        </p:spPr>
        <p:txBody>
          <a:bodyPr wrap="square" rtlCol="0">
            <a:spAutoFit/>
          </a:bodyPr>
          <a:lstStyle/>
          <a:p>
            <a:r>
              <a:rPr lang="en-IN" dirty="0"/>
              <a:t> </a:t>
            </a:r>
          </a:p>
        </p:txBody>
      </p:sp>
      <p:sp>
        <p:nvSpPr>
          <p:cNvPr id="5" name="TextBox 4">
            <a:extLst>
              <a:ext uri="{FF2B5EF4-FFF2-40B4-BE49-F238E27FC236}">
                <a16:creationId xmlns="" xmlns:a16="http://schemas.microsoft.com/office/drawing/2014/main" id="{EAAD080B-178B-4EE9-A594-C98300970B1F}"/>
              </a:ext>
            </a:extLst>
          </p:cNvPr>
          <p:cNvSpPr txBox="1"/>
          <p:nvPr/>
        </p:nvSpPr>
        <p:spPr>
          <a:xfrm>
            <a:off x="2616053" y="245049"/>
            <a:ext cx="6035040" cy="1569660"/>
          </a:xfrm>
          <a:prstGeom prst="rect">
            <a:avLst/>
          </a:prstGeom>
          <a:noFill/>
        </p:spPr>
        <p:txBody>
          <a:bodyPr wrap="square" rtlCol="0">
            <a:spAutoFit/>
          </a:bodyPr>
          <a:lstStyle/>
          <a:p>
            <a:pPr algn="ctr"/>
            <a:r>
              <a:rPr lang="en-US" sz="4800" b="1" dirty="0" smtClean="0">
                <a:solidFill>
                  <a:schemeClr val="accent6"/>
                </a:solidFill>
                <a:latin typeface="Tw Cen MT" panose="020B0602020104020603" pitchFamily="34" charset="0"/>
              </a:rPr>
              <a:t>Snap Shots</a:t>
            </a:r>
            <a:endParaRPr lang="en-IN" sz="4800" b="1" dirty="0">
              <a:solidFill>
                <a:schemeClr val="accent6"/>
              </a:solidFill>
              <a:latin typeface="Tw Cen MT" panose="020B0602020104020603" pitchFamily="34" charset="0"/>
            </a:endParaRPr>
          </a:p>
          <a:p>
            <a:pPr algn="ctr"/>
            <a:endParaRPr lang="en-IN" sz="4800" dirty="0">
              <a:solidFill>
                <a:schemeClr val="accent6"/>
              </a:solidFill>
            </a:endParaRPr>
          </a:p>
        </p:txBody>
      </p:sp>
      <p:sp>
        <p:nvSpPr>
          <p:cNvPr id="2" name="TextBox 1"/>
          <p:cNvSpPr txBox="1"/>
          <p:nvPr/>
        </p:nvSpPr>
        <p:spPr>
          <a:xfrm>
            <a:off x="1492400" y="5390148"/>
            <a:ext cx="6677041" cy="923330"/>
          </a:xfrm>
          <a:prstGeom prst="rect">
            <a:avLst/>
          </a:prstGeom>
          <a:noFill/>
        </p:spPr>
        <p:txBody>
          <a:bodyPr wrap="square" rtlCol="0">
            <a:spAutoFit/>
          </a:bodyPr>
          <a:lstStyle/>
          <a:p>
            <a:pPr>
              <a:lnSpc>
                <a:spcPct val="150000"/>
              </a:lnSpc>
            </a:pPr>
            <a:endParaRPr lang="en-IN" dirty="0" smtClean="0"/>
          </a:p>
          <a:p>
            <a:pPr>
              <a:lnSpc>
                <a:spcPct val="150000"/>
              </a:lnSpc>
            </a:pPr>
            <a:r>
              <a:rPr lang="en-IN" dirty="0" smtClean="0"/>
              <a:t>                                         MDR Predicted </a:t>
            </a:r>
            <a:r>
              <a:rPr lang="en-IN" dirty="0"/>
              <a:t>Values on Test Data is </a:t>
            </a:r>
            <a:r>
              <a:rPr lang="en-IN" dirty="0" smtClean="0"/>
              <a:t>97.25%</a:t>
            </a:r>
          </a:p>
        </p:txBody>
      </p:sp>
      <p:pic>
        <p:nvPicPr>
          <p:cNvPr id="614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4251" r="4251" b="5511"/>
          <a:stretch/>
        </p:blipFill>
        <p:spPr bwMode="auto">
          <a:xfrm>
            <a:off x="1586094" y="1058777"/>
            <a:ext cx="7736306" cy="4740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46798948"/>
      </p:ext>
    </p:extLst>
  </p:cSld>
  <p:clrMapOvr>
    <a:masterClrMapping/>
  </p:clrMapOvr>
  <p:transition spd="med">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49">
            <a:extLst>
              <a:ext uri="{FF2B5EF4-FFF2-40B4-BE49-F238E27FC236}">
                <a16:creationId xmlns="" xmlns:a16="http://schemas.microsoft.com/office/drawing/2014/main" id="{10781169-B7A4-446E-BD33-B9650367A7F9}"/>
              </a:ext>
            </a:extLst>
          </p:cNvPr>
          <p:cNvGrpSpPr/>
          <p:nvPr/>
        </p:nvGrpSpPr>
        <p:grpSpPr>
          <a:xfrm>
            <a:off x="-290920" y="0"/>
            <a:ext cx="12482920" cy="6858000"/>
            <a:chOff x="-290920" y="0"/>
            <a:chExt cx="12482920" cy="6858000"/>
          </a:xfrm>
        </p:grpSpPr>
        <p:sp>
          <p:nvSpPr>
            <p:cNvPr id="51" name="Rectangle 50">
              <a:extLst>
                <a:ext uri="{FF2B5EF4-FFF2-40B4-BE49-F238E27FC236}">
                  <a16:creationId xmlns="" xmlns:a16="http://schemas.microsoft.com/office/drawing/2014/main" id="{CED3AF08-30FC-4AFF-9C5C-99D0A7099514}"/>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Shape 51">
              <a:extLst>
                <a:ext uri="{FF2B5EF4-FFF2-40B4-BE49-F238E27FC236}">
                  <a16:creationId xmlns="" xmlns:a16="http://schemas.microsoft.com/office/drawing/2014/main" id="{99AF1FBA-9557-484A-B305-EE590A192E96}"/>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 xmlns:a16="http://schemas.microsoft.com/office/drawing/2014/main" id="{407E3AA2-679E-4924-AC1B-FE6C3A02C251}"/>
                </a:ext>
              </a:extLst>
            </p:cNvPr>
            <p:cNvSpPr txBox="1"/>
            <p:nvPr/>
          </p:nvSpPr>
          <p:spPr>
            <a:xfrm rot="16200000">
              <a:off x="10872792" y="3194734"/>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about</a:t>
              </a:r>
            </a:p>
          </p:txBody>
        </p:sp>
        <p:pic>
          <p:nvPicPr>
            <p:cNvPr id="54" name="Picture 53">
              <a:extLst>
                <a:ext uri="{FF2B5EF4-FFF2-40B4-BE49-F238E27FC236}">
                  <a16:creationId xmlns="" xmlns:a16="http://schemas.microsoft.com/office/drawing/2014/main" id="{CD9846FC-755F-4A0E-BAD3-A5D51C0E1E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55" name="Group 54">
            <a:extLst>
              <a:ext uri="{FF2B5EF4-FFF2-40B4-BE49-F238E27FC236}">
                <a16:creationId xmlns="" xmlns:a16="http://schemas.microsoft.com/office/drawing/2014/main" id="{F00A67C9-4929-4EFF-9CB6-292640CD2738}"/>
              </a:ext>
            </a:extLst>
          </p:cNvPr>
          <p:cNvGrpSpPr/>
          <p:nvPr/>
        </p:nvGrpSpPr>
        <p:grpSpPr>
          <a:xfrm>
            <a:off x="226788" y="-2"/>
            <a:ext cx="11865008" cy="6858000"/>
            <a:chOff x="213096" y="0"/>
            <a:chExt cx="11865008" cy="6858000"/>
          </a:xfrm>
        </p:grpSpPr>
        <p:sp>
          <p:nvSpPr>
            <p:cNvPr id="56" name="Rectangle 55">
              <a:extLst>
                <a:ext uri="{FF2B5EF4-FFF2-40B4-BE49-F238E27FC236}">
                  <a16:creationId xmlns="" xmlns:a16="http://schemas.microsoft.com/office/drawing/2014/main" id="{3E8CDB02-4760-4298-BC44-93A18EB02F13}"/>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Freeform: Shape 56">
              <a:extLst>
                <a:ext uri="{FF2B5EF4-FFF2-40B4-BE49-F238E27FC236}">
                  <a16:creationId xmlns="" xmlns:a16="http://schemas.microsoft.com/office/drawing/2014/main" id="{57C0FD50-5E69-463E-A01B-65E9D864A386}"/>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Box 57">
              <a:extLst>
                <a:ext uri="{FF2B5EF4-FFF2-40B4-BE49-F238E27FC236}">
                  <a16:creationId xmlns="" xmlns:a16="http://schemas.microsoft.com/office/drawing/2014/main" id="{04CBFB1D-37FD-419F-B98C-860BF5217905}"/>
                </a:ext>
              </a:extLst>
            </p:cNvPr>
            <p:cNvSpPr txBox="1"/>
            <p:nvPr/>
          </p:nvSpPr>
          <p:spPr>
            <a:xfrm rot="16200000">
              <a:off x="10605008" y="3065926"/>
              <a:ext cx="1992086" cy="954107"/>
            </a:xfrm>
            <a:prstGeom prst="rect">
              <a:avLst/>
            </a:prstGeom>
            <a:noFill/>
          </p:spPr>
          <p:txBody>
            <a:bodyPr wrap="square" rtlCol="0">
              <a:spAutoFit/>
            </a:bodyPr>
            <a:lstStyle/>
            <a:p>
              <a:pPr algn="ctr"/>
              <a:r>
                <a:rPr lang="en-US" sz="2800" b="1" dirty="0" smtClean="0">
                  <a:solidFill>
                    <a:srgbClr val="F0EEF0"/>
                  </a:solidFill>
                  <a:latin typeface="Tw Cen MT" panose="020B0602020104020603" pitchFamily="34" charset="0"/>
                </a:rPr>
                <a:t>Scenario</a:t>
              </a:r>
              <a:endParaRPr lang="en-US" sz="2800" b="1" dirty="0">
                <a:solidFill>
                  <a:srgbClr val="F0EEF0"/>
                </a:solidFill>
                <a:latin typeface="Tw Cen MT" panose="020B0602020104020603" pitchFamily="34" charset="0"/>
              </a:endParaRPr>
            </a:p>
            <a:p>
              <a:pPr algn="ctr"/>
              <a:endParaRPr lang="en-US" sz="2800" b="1" dirty="0">
                <a:solidFill>
                  <a:srgbClr val="F0EEF0"/>
                </a:solidFill>
                <a:latin typeface="Tw Cen MT" panose="020B0602020104020603" pitchFamily="34" charset="0"/>
              </a:endParaRPr>
            </a:p>
          </p:txBody>
        </p:sp>
        <p:pic>
          <p:nvPicPr>
            <p:cNvPr id="59" name="Picture 58">
              <a:extLst>
                <a:ext uri="{FF2B5EF4-FFF2-40B4-BE49-F238E27FC236}">
                  <a16:creationId xmlns="" xmlns:a16="http://schemas.microsoft.com/office/drawing/2014/main" id="{60B383F7-52C5-4FB7-AEC3-35A48D7354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60" name="Group 59">
            <a:extLst>
              <a:ext uri="{FF2B5EF4-FFF2-40B4-BE49-F238E27FC236}">
                <a16:creationId xmlns="" xmlns:a16="http://schemas.microsoft.com/office/drawing/2014/main" id="{6F7667A6-1C16-4F0A-A162-61BD16E6BE6B}"/>
              </a:ext>
            </a:extLst>
          </p:cNvPr>
          <p:cNvGrpSpPr/>
          <p:nvPr/>
        </p:nvGrpSpPr>
        <p:grpSpPr>
          <a:xfrm>
            <a:off x="1184133" y="0"/>
            <a:ext cx="10282415" cy="6858000"/>
            <a:chOff x="491575" y="0"/>
            <a:chExt cx="10282415" cy="6858000"/>
          </a:xfrm>
        </p:grpSpPr>
        <p:sp>
          <p:nvSpPr>
            <p:cNvPr id="61" name="Rectangle 60">
              <a:extLst>
                <a:ext uri="{FF2B5EF4-FFF2-40B4-BE49-F238E27FC236}">
                  <a16:creationId xmlns="" xmlns:a16="http://schemas.microsoft.com/office/drawing/2014/main" id="{0E8C29A9-4AAB-442C-A7A4-40DCCE0A9694}"/>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reeform: Shape 61">
              <a:extLst>
                <a:ext uri="{FF2B5EF4-FFF2-40B4-BE49-F238E27FC236}">
                  <a16:creationId xmlns="" xmlns:a16="http://schemas.microsoft.com/office/drawing/2014/main" id="{81520FE7-5699-4290-9C3C-51E0C60ECC6B}"/>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 xmlns:a16="http://schemas.microsoft.com/office/drawing/2014/main" id="{AFD50D6F-822B-4109-8B0C-BA004A0B7145}"/>
                </a:ext>
              </a:extLst>
            </p:cNvPr>
            <p:cNvSpPr txBox="1"/>
            <p:nvPr/>
          </p:nvSpPr>
          <p:spPr>
            <a:xfrm rot="16200000">
              <a:off x="9362449" y="3152557"/>
              <a:ext cx="1992086" cy="830997"/>
            </a:xfrm>
            <a:prstGeom prst="rect">
              <a:avLst/>
            </a:prstGeom>
            <a:noFill/>
          </p:spPr>
          <p:txBody>
            <a:bodyPr wrap="square" rtlCol="0">
              <a:spAutoFit/>
            </a:bodyPr>
            <a:lstStyle/>
            <a:p>
              <a:pPr algn="ctr"/>
              <a:r>
                <a:rPr lang="en-US" sz="2400" b="1" dirty="0" smtClean="0">
                  <a:solidFill>
                    <a:srgbClr val="F0EEF0"/>
                  </a:solidFill>
                  <a:latin typeface="Tw Cen MT" panose="020B0602020104020603" pitchFamily="34" charset="0"/>
                </a:rPr>
                <a:t>Objective</a:t>
              </a:r>
              <a:endParaRPr lang="en-US" sz="2400" b="1" dirty="0">
                <a:solidFill>
                  <a:srgbClr val="F0EEF0"/>
                </a:solidFill>
                <a:latin typeface="Tw Cen MT" panose="020B0602020104020603" pitchFamily="34" charset="0"/>
              </a:endParaRPr>
            </a:p>
            <a:p>
              <a:pPr algn="ctr"/>
              <a:endParaRPr lang="en-US" sz="2400" b="1" dirty="0">
                <a:solidFill>
                  <a:srgbClr val="F0EEF0"/>
                </a:solidFill>
                <a:latin typeface="Tw Cen MT" panose="020B0602020104020603" pitchFamily="34" charset="0"/>
              </a:endParaRPr>
            </a:p>
          </p:txBody>
        </p:sp>
        <p:pic>
          <p:nvPicPr>
            <p:cNvPr id="64" name="Picture 63">
              <a:extLst>
                <a:ext uri="{FF2B5EF4-FFF2-40B4-BE49-F238E27FC236}">
                  <a16:creationId xmlns="" xmlns:a16="http://schemas.microsoft.com/office/drawing/2014/main" id="{0376C61F-147B-441E-B32E-45D5BC1B66B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sp>
        <p:nvSpPr>
          <p:cNvPr id="70" name="Rectangle 69">
            <a:extLst>
              <a:ext uri="{FF2B5EF4-FFF2-40B4-BE49-F238E27FC236}">
                <a16:creationId xmlns="" xmlns:a16="http://schemas.microsoft.com/office/drawing/2014/main" id="{990CE96C-B0E8-49CB-B717-EBFFECB66027}"/>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5" name="Group 94">
            <a:extLst>
              <a:ext uri="{FF2B5EF4-FFF2-40B4-BE49-F238E27FC236}">
                <a16:creationId xmlns="" xmlns:a16="http://schemas.microsoft.com/office/drawing/2014/main" id="{4E70D3F9-D583-4ACD-8480-0F4A65ED3C83}"/>
              </a:ext>
            </a:extLst>
          </p:cNvPr>
          <p:cNvGrpSpPr/>
          <p:nvPr/>
        </p:nvGrpSpPr>
        <p:grpSpPr>
          <a:xfrm>
            <a:off x="1049062" y="0"/>
            <a:ext cx="9574094" cy="6858000"/>
            <a:chOff x="491575" y="0"/>
            <a:chExt cx="9574094" cy="6858000"/>
          </a:xfrm>
        </p:grpSpPr>
        <p:sp>
          <p:nvSpPr>
            <p:cNvPr id="96" name="Rectangle 95">
              <a:extLst>
                <a:ext uri="{FF2B5EF4-FFF2-40B4-BE49-F238E27FC236}">
                  <a16:creationId xmlns="" xmlns:a16="http://schemas.microsoft.com/office/drawing/2014/main" id="{321108FC-08B5-45CC-AB47-1104119B25FD}"/>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97" name="Freeform: Shape 96">
              <a:extLst>
                <a:ext uri="{FF2B5EF4-FFF2-40B4-BE49-F238E27FC236}">
                  <a16:creationId xmlns="" xmlns:a16="http://schemas.microsoft.com/office/drawing/2014/main" id="{96A47C8C-7F88-484E-817B-572BEDC2BC69}"/>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98" name="TextBox 97">
              <a:extLst>
                <a:ext uri="{FF2B5EF4-FFF2-40B4-BE49-F238E27FC236}">
                  <a16:creationId xmlns="" xmlns:a16="http://schemas.microsoft.com/office/drawing/2014/main" id="{E3DB5570-AC77-4396-9748-4183DF7C8396}"/>
                </a:ext>
              </a:extLst>
            </p:cNvPr>
            <p:cNvSpPr txBox="1"/>
            <p:nvPr/>
          </p:nvSpPr>
          <p:spPr>
            <a:xfrm rot="16200000">
              <a:off x="8793324" y="3471480"/>
              <a:ext cx="1992086" cy="461665"/>
            </a:xfrm>
            <a:prstGeom prst="rect">
              <a:avLst/>
            </a:prstGeom>
            <a:noFill/>
          </p:spPr>
          <p:txBody>
            <a:bodyPr wrap="square" rtlCol="0">
              <a:spAutoFit/>
            </a:bodyPr>
            <a:lstStyle/>
            <a:p>
              <a:pPr algn="r"/>
              <a:r>
                <a:rPr lang="en-US" sz="2400" b="1" dirty="0" smtClean="0">
                  <a:solidFill>
                    <a:srgbClr val="F0EEF0"/>
                  </a:solidFill>
                  <a:latin typeface="Tw Cen MT" panose="020B0602020104020603" pitchFamily="34" charset="0"/>
                </a:rPr>
                <a:t>Analysis</a:t>
              </a:r>
              <a:endParaRPr lang="en-US" sz="2400" b="1" dirty="0">
                <a:solidFill>
                  <a:srgbClr val="F0EEF0"/>
                </a:solidFill>
                <a:latin typeface="Tw Cen MT" panose="020B0602020104020603" pitchFamily="34" charset="0"/>
              </a:endParaRPr>
            </a:p>
          </p:txBody>
        </p:sp>
        <p:pic>
          <p:nvPicPr>
            <p:cNvPr id="99" name="Picture 98">
              <a:extLst>
                <a:ext uri="{FF2B5EF4-FFF2-40B4-BE49-F238E27FC236}">
                  <a16:creationId xmlns="" xmlns:a16="http://schemas.microsoft.com/office/drawing/2014/main" id="{F6ED4041-CDD9-443D-802E-47D4387906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71" name="Group 70">
            <a:extLst>
              <a:ext uri="{FF2B5EF4-FFF2-40B4-BE49-F238E27FC236}">
                <a16:creationId xmlns="" xmlns:a16="http://schemas.microsoft.com/office/drawing/2014/main" id="{E7044FAB-DB4A-4E59-B111-8CA4168E7FA4}"/>
              </a:ext>
            </a:extLst>
          </p:cNvPr>
          <p:cNvGrpSpPr/>
          <p:nvPr/>
        </p:nvGrpSpPr>
        <p:grpSpPr>
          <a:xfrm>
            <a:off x="-7638543" y="-1"/>
            <a:ext cx="8692331" cy="6858000"/>
            <a:chOff x="718505" y="-1"/>
            <a:chExt cx="8692331" cy="6858000"/>
          </a:xfrm>
        </p:grpSpPr>
        <p:sp>
          <p:nvSpPr>
            <p:cNvPr id="72" name="Rectangle 71">
              <a:extLst>
                <a:ext uri="{FF2B5EF4-FFF2-40B4-BE49-F238E27FC236}">
                  <a16:creationId xmlns="" xmlns:a16="http://schemas.microsoft.com/office/drawing/2014/main" id="{824F072A-08CC-4CC6-B5EF-C1833A244FA3}"/>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Shape 72">
              <a:extLst>
                <a:ext uri="{FF2B5EF4-FFF2-40B4-BE49-F238E27FC236}">
                  <a16:creationId xmlns="" xmlns:a16="http://schemas.microsoft.com/office/drawing/2014/main" id="{A3C6C4A9-8B6A-429B-980E-26CD0C3A573E}"/>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TextBox 73">
              <a:extLst>
                <a:ext uri="{FF2B5EF4-FFF2-40B4-BE49-F238E27FC236}">
                  <a16:creationId xmlns="" xmlns:a16="http://schemas.microsoft.com/office/drawing/2014/main" id="{858AC381-BFD1-4A89-AE49-8ADC853A6849}"/>
                </a:ext>
              </a:extLst>
            </p:cNvPr>
            <p:cNvSpPr txBox="1"/>
            <p:nvPr/>
          </p:nvSpPr>
          <p:spPr>
            <a:xfrm rot="16200000">
              <a:off x="8091629" y="3251164"/>
              <a:ext cx="1992086" cy="523220"/>
            </a:xfrm>
            <a:prstGeom prst="rect">
              <a:avLst/>
            </a:prstGeom>
            <a:noFill/>
          </p:spPr>
          <p:txBody>
            <a:bodyPr wrap="square" rtlCol="0">
              <a:spAutoFit/>
            </a:bodyPr>
            <a:lstStyle/>
            <a:p>
              <a:pPr algn="ctr"/>
              <a:r>
                <a:rPr lang="en-US" sz="2800" b="1" dirty="0">
                  <a:solidFill>
                    <a:srgbClr val="F0EEF0"/>
                  </a:solidFill>
                  <a:latin typeface="Tw Cen MT" panose="020B0602020104020603" pitchFamily="34" charset="0"/>
                </a:rPr>
                <a:t>Conclusion</a:t>
              </a:r>
            </a:p>
          </p:txBody>
        </p:sp>
        <p:pic>
          <p:nvPicPr>
            <p:cNvPr id="75" name="Picture 74">
              <a:extLst>
                <a:ext uri="{FF2B5EF4-FFF2-40B4-BE49-F238E27FC236}">
                  <a16:creationId xmlns="" xmlns:a16="http://schemas.microsoft.com/office/drawing/2014/main" id="{9DF2E944-82FA-495B-8A5C-9BDE263553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76" name="Group 75">
            <a:extLst>
              <a:ext uri="{FF2B5EF4-FFF2-40B4-BE49-F238E27FC236}">
                <a16:creationId xmlns="" xmlns:a16="http://schemas.microsoft.com/office/drawing/2014/main" id="{60E31D48-090A-4A9C-AF5C-4B0C49C47C7D}"/>
              </a:ext>
            </a:extLst>
          </p:cNvPr>
          <p:cNvGrpSpPr/>
          <p:nvPr/>
        </p:nvGrpSpPr>
        <p:grpSpPr>
          <a:xfrm>
            <a:off x="-9395082" y="-1"/>
            <a:ext cx="9927504" cy="6858000"/>
            <a:chOff x="-9337032" y="-1"/>
            <a:chExt cx="9927504" cy="6858000"/>
          </a:xfrm>
        </p:grpSpPr>
        <p:sp>
          <p:nvSpPr>
            <p:cNvPr id="77" name="Rectangle 76">
              <a:extLst>
                <a:ext uri="{FF2B5EF4-FFF2-40B4-BE49-F238E27FC236}">
                  <a16:creationId xmlns="" xmlns:a16="http://schemas.microsoft.com/office/drawing/2014/main" id="{3A79A714-CB74-4EFD-9BC1-A7F2F993842A}"/>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Freeform: Shape 77">
              <a:extLst>
                <a:ext uri="{FF2B5EF4-FFF2-40B4-BE49-F238E27FC236}">
                  <a16:creationId xmlns="" xmlns:a16="http://schemas.microsoft.com/office/drawing/2014/main" id="{B006C60A-833A-41C2-A553-8132E7B3A7DB}"/>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TextBox 78">
              <a:extLst>
                <a:ext uri="{FF2B5EF4-FFF2-40B4-BE49-F238E27FC236}">
                  <a16:creationId xmlns="" xmlns:a16="http://schemas.microsoft.com/office/drawing/2014/main" id="{95AECC6C-A520-4756-9163-08D14835D791}"/>
                </a:ext>
              </a:extLst>
            </p:cNvPr>
            <p:cNvSpPr txBox="1"/>
            <p:nvPr/>
          </p:nvSpPr>
          <p:spPr>
            <a:xfrm rot="16200000">
              <a:off x="-738260" y="3189608"/>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Thank u</a:t>
              </a:r>
            </a:p>
          </p:txBody>
        </p:sp>
        <p:pic>
          <p:nvPicPr>
            <p:cNvPr id="80" name="Picture 79">
              <a:extLst>
                <a:ext uri="{FF2B5EF4-FFF2-40B4-BE49-F238E27FC236}">
                  <a16:creationId xmlns="" xmlns:a16="http://schemas.microsoft.com/office/drawing/2014/main" id="{0F8A56B9-A504-4035-8439-53ED4617B8B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sp>
        <p:nvSpPr>
          <p:cNvPr id="5" name="TextBox 4">
            <a:extLst>
              <a:ext uri="{FF2B5EF4-FFF2-40B4-BE49-F238E27FC236}">
                <a16:creationId xmlns="" xmlns:a16="http://schemas.microsoft.com/office/drawing/2014/main" id="{EAAD080B-178B-4EE9-A594-C98300970B1F}"/>
              </a:ext>
            </a:extLst>
          </p:cNvPr>
          <p:cNvSpPr txBox="1"/>
          <p:nvPr/>
        </p:nvSpPr>
        <p:spPr>
          <a:xfrm>
            <a:off x="2616053" y="245049"/>
            <a:ext cx="6035040" cy="1569660"/>
          </a:xfrm>
          <a:prstGeom prst="rect">
            <a:avLst/>
          </a:prstGeom>
          <a:noFill/>
        </p:spPr>
        <p:txBody>
          <a:bodyPr wrap="square" rtlCol="0">
            <a:spAutoFit/>
          </a:bodyPr>
          <a:lstStyle/>
          <a:p>
            <a:pPr algn="ctr"/>
            <a:r>
              <a:rPr lang="en-US" sz="4800" b="1" dirty="0" smtClean="0">
                <a:solidFill>
                  <a:schemeClr val="accent6"/>
                </a:solidFill>
                <a:latin typeface="Tw Cen MT" panose="020B0602020104020603" pitchFamily="34" charset="0"/>
              </a:rPr>
              <a:t>Visual Representation</a:t>
            </a:r>
            <a:endParaRPr lang="en-IN" sz="4800" b="1" dirty="0">
              <a:solidFill>
                <a:schemeClr val="accent6"/>
              </a:solidFill>
              <a:latin typeface="Tw Cen MT" panose="020B0602020104020603" pitchFamily="34" charset="0"/>
            </a:endParaRPr>
          </a:p>
          <a:p>
            <a:pPr algn="ctr"/>
            <a:endParaRPr lang="en-IN" sz="4800" dirty="0">
              <a:solidFill>
                <a:schemeClr val="accent6"/>
              </a:solidFill>
            </a:endParaRPr>
          </a:p>
        </p:txBody>
      </p:sp>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4020" y="1251283"/>
            <a:ext cx="7279105" cy="4998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15372587"/>
      </p:ext>
    </p:extLst>
  </p:cSld>
  <p:clrMapOvr>
    <a:masterClrMapping/>
  </p:clrMapOvr>
  <p:transition spd="med">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49">
            <a:extLst>
              <a:ext uri="{FF2B5EF4-FFF2-40B4-BE49-F238E27FC236}">
                <a16:creationId xmlns="" xmlns:a16="http://schemas.microsoft.com/office/drawing/2014/main" id="{10781169-B7A4-446E-BD33-B9650367A7F9}"/>
              </a:ext>
            </a:extLst>
          </p:cNvPr>
          <p:cNvGrpSpPr/>
          <p:nvPr/>
        </p:nvGrpSpPr>
        <p:grpSpPr>
          <a:xfrm>
            <a:off x="-290920" y="0"/>
            <a:ext cx="12482920" cy="6858000"/>
            <a:chOff x="-290920" y="0"/>
            <a:chExt cx="12482920" cy="6858000"/>
          </a:xfrm>
        </p:grpSpPr>
        <p:sp>
          <p:nvSpPr>
            <p:cNvPr id="51" name="Rectangle 50">
              <a:extLst>
                <a:ext uri="{FF2B5EF4-FFF2-40B4-BE49-F238E27FC236}">
                  <a16:creationId xmlns="" xmlns:a16="http://schemas.microsoft.com/office/drawing/2014/main" id="{CED3AF08-30FC-4AFF-9C5C-99D0A7099514}"/>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Shape 51">
              <a:extLst>
                <a:ext uri="{FF2B5EF4-FFF2-40B4-BE49-F238E27FC236}">
                  <a16:creationId xmlns="" xmlns:a16="http://schemas.microsoft.com/office/drawing/2014/main" id="{99AF1FBA-9557-484A-B305-EE590A192E96}"/>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 xmlns:a16="http://schemas.microsoft.com/office/drawing/2014/main" id="{407E3AA2-679E-4924-AC1B-FE6C3A02C251}"/>
                </a:ext>
              </a:extLst>
            </p:cNvPr>
            <p:cNvSpPr txBox="1"/>
            <p:nvPr/>
          </p:nvSpPr>
          <p:spPr>
            <a:xfrm rot="16200000">
              <a:off x="10872792" y="3194734"/>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about</a:t>
              </a:r>
            </a:p>
          </p:txBody>
        </p:sp>
        <p:pic>
          <p:nvPicPr>
            <p:cNvPr id="54" name="Picture 53">
              <a:extLst>
                <a:ext uri="{FF2B5EF4-FFF2-40B4-BE49-F238E27FC236}">
                  <a16:creationId xmlns="" xmlns:a16="http://schemas.microsoft.com/office/drawing/2014/main" id="{CD9846FC-755F-4A0E-BAD3-A5D51C0E1E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55" name="Group 54">
            <a:extLst>
              <a:ext uri="{FF2B5EF4-FFF2-40B4-BE49-F238E27FC236}">
                <a16:creationId xmlns="" xmlns:a16="http://schemas.microsoft.com/office/drawing/2014/main" id="{F00A67C9-4929-4EFF-9CB6-292640CD2738}"/>
              </a:ext>
            </a:extLst>
          </p:cNvPr>
          <p:cNvGrpSpPr/>
          <p:nvPr/>
        </p:nvGrpSpPr>
        <p:grpSpPr>
          <a:xfrm>
            <a:off x="226788" y="-2"/>
            <a:ext cx="11447501" cy="6858000"/>
            <a:chOff x="213096" y="0"/>
            <a:chExt cx="11447501" cy="6858000"/>
          </a:xfrm>
        </p:grpSpPr>
        <p:sp>
          <p:nvSpPr>
            <p:cNvPr id="56" name="Rectangle 55">
              <a:extLst>
                <a:ext uri="{FF2B5EF4-FFF2-40B4-BE49-F238E27FC236}">
                  <a16:creationId xmlns="" xmlns:a16="http://schemas.microsoft.com/office/drawing/2014/main" id="{3E8CDB02-4760-4298-BC44-93A18EB02F13}"/>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Freeform: Shape 56">
              <a:extLst>
                <a:ext uri="{FF2B5EF4-FFF2-40B4-BE49-F238E27FC236}">
                  <a16:creationId xmlns="" xmlns:a16="http://schemas.microsoft.com/office/drawing/2014/main" id="{57C0FD50-5E69-463E-A01B-65E9D864A386}"/>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Box 57">
              <a:extLst>
                <a:ext uri="{FF2B5EF4-FFF2-40B4-BE49-F238E27FC236}">
                  <a16:creationId xmlns="" xmlns:a16="http://schemas.microsoft.com/office/drawing/2014/main" id="{04CBFB1D-37FD-419F-B98C-860BF5217905}"/>
                </a:ext>
              </a:extLst>
            </p:cNvPr>
            <p:cNvSpPr txBox="1"/>
            <p:nvPr/>
          </p:nvSpPr>
          <p:spPr>
            <a:xfrm rot="16200000">
              <a:off x="10432158" y="3325207"/>
              <a:ext cx="1992086" cy="461665"/>
            </a:xfrm>
            <a:prstGeom prst="rect">
              <a:avLst/>
            </a:prstGeom>
            <a:noFill/>
          </p:spPr>
          <p:txBody>
            <a:bodyPr wrap="square" rtlCol="0">
              <a:spAutoFit/>
            </a:bodyPr>
            <a:lstStyle/>
            <a:p>
              <a:pPr algn="ctr"/>
              <a:r>
                <a:rPr lang="en-US" sz="2400" b="1" dirty="0" smtClean="0">
                  <a:solidFill>
                    <a:srgbClr val="F0EEF0"/>
                  </a:solidFill>
                  <a:latin typeface="Tw Cen MT" panose="020B0602020104020603" pitchFamily="34" charset="0"/>
                </a:rPr>
                <a:t>Scenario</a:t>
              </a:r>
              <a:endParaRPr lang="en-US" sz="2400" b="1" dirty="0">
                <a:solidFill>
                  <a:srgbClr val="F0EEF0"/>
                </a:solidFill>
                <a:latin typeface="Tw Cen MT" panose="020B0602020104020603" pitchFamily="34" charset="0"/>
              </a:endParaRPr>
            </a:p>
          </p:txBody>
        </p:sp>
        <p:pic>
          <p:nvPicPr>
            <p:cNvPr id="59" name="Picture 58">
              <a:extLst>
                <a:ext uri="{FF2B5EF4-FFF2-40B4-BE49-F238E27FC236}">
                  <a16:creationId xmlns="" xmlns:a16="http://schemas.microsoft.com/office/drawing/2014/main" id="{60B383F7-52C5-4FB7-AEC3-35A48D7354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60" name="Group 59">
            <a:extLst>
              <a:ext uri="{FF2B5EF4-FFF2-40B4-BE49-F238E27FC236}">
                <a16:creationId xmlns="" xmlns:a16="http://schemas.microsoft.com/office/drawing/2014/main" id="{6F7667A6-1C16-4F0A-A162-61BD16E6BE6B}"/>
              </a:ext>
            </a:extLst>
          </p:cNvPr>
          <p:cNvGrpSpPr/>
          <p:nvPr/>
        </p:nvGrpSpPr>
        <p:grpSpPr>
          <a:xfrm>
            <a:off x="1184133" y="0"/>
            <a:ext cx="10265000" cy="6858000"/>
            <a:chOff x="491575" y="0"/>
            <a:chExt cx="10265000" cy="6858000"/>
          </a:xfrm>
        </p:grpSpPr>
        <p:sp>
          <p:nvSpPr>
            <p:cNvPr id="61" name="Rectangle 60">
              <a:extLst>
                <a:ext uri="{FF2B5EF4-FFF2-40B4-BE49-F238E27FC236}">
                  <a16:creationId xmlns="" xmlns:a16="http://schemas.microsoft.com/office/drawing/2014/main" id="{0E8C29A9-4AAB-442C-A7A4-40DCCE0A9694}"/>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reeform: Shape 61">
              <a:extLst>
                <a:ext uri="{FF2B5EF4-FFF2-40B4-BE49-F238E27FC236}">
                  <a16:creationId xmlns="" xmlns:a16="http://schemas.microsoft.com/office/drawing/2014/main" id="{81520FE7-5699-4290-9C3C-51E0C60ECC6B}"/>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 xmlns:a16="http://schemas.microsoft.com/office/drawing/2014/main" id="{AFD50D6F-822B-4109-8B0C-BA004A0B7145}"/>
                </a:ext>
              </a:extLst>
            </p:cNvPr>
            <p:cNvSpPr txBox="1"/>
            <p:nvPr/>
          </p:nvSpPr>
          <p:spPr>
            <a:xfrm rot="16200000">
              <a:off x="9345034" y="3144301"/>
              <a:ext cx="1992086" cy="830997"/>
            </a:xfrm>
            <a:prstGeom prst="rect">
              <a:avLst/>
            </a:prstGeom>
            <a:noFill/>
          </p:spPr>
          <p:txBody>
            <a:bodyPr wrap="square" rtlCol="0">
              <a:spAutoFit/>
            </a:bodyPr>
            <a:lstStyle/>
            <a:p>
              <a:pPr algn="ctr"/>
              <a:r>
                <a:rPr lang="en-US" sz="2400" b="1" dirty="0" smtClean="0">
                  <a:solidFill>
                    <a:srgbClr val="F0EEF0"/>
                  </a:solidFill>
                  <a:latin typeface="Tw Cen MT" panose="020B0602020104020603" pitchFamily="34" charset="0"/>
                </a:rPr>
                <a:t>Objective</a:t>
              </a:r>
              <a:endParaRPr lang="en-US" sz="2400" b="1" dirty="0">
                <a:solidFill>
                  <a:srgbClr val="F0EEF0"/>
                </a:solidFill>
                <a:latin typeface="Tw Cen MT" panose="020B0602020104020603" pitchFamily="34" charset="0"/>
              </a:endParaRPr>
            </a:p>
            <a:p>
              <a:pPr algn="ctr"/>
              <a:endParaRPr lang="en-US" sz="2400" b="1" dirty="0">
                <a:solidFill>
                  <a:srgbClr val="F0EEF0"/>
                </a:solidFill>
                <a:latin typeface="Tw Cen MT" panose="020B0602020104020603" pitchFamily="34" charset="0"/>
              </a:endParaRPr>
            </a:p>
          </p:txBody>
        </p:sp>
        <p:pic>
          <p:nvPicPr>
            <p:cNvPr id="64" name="Picture 63">
              <a:extLst>
                <a:ext uri="{FF2B5EF4-FFF2-40B4-BE49-F238E27FC236}">
                  <a16:creationId xmlns="" xmlns:a16="http://schemas.microsoft.com/office/drawing/2014/main" id="{0376C61F-147B-441E-B32E-45D5BC1B66B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sp>
        <p:nvSpPr>
          <p:cNvPr id="70" name="Rectangle 69">
            <a:extLst>
              <a:ext uri="{FF2B5EF4-FFF2-40B4-BE49-F238E27FC236}">
                <a16:creationId xmlns="" xmlns:a16="http://schemas.microsoft.com/office/drawing/2014/main" id="{990CE96C-B0E8-49CB-B717-EBFFECB66027}"/>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5" name="Group 94">
            <a:extLst>
              <a:ext uri="{FF2B5EF4-FFF2-40B4-BE49-F238E27FC236}">
                <a16:creationId xmlns="" xmlns:a16="http://schemas.microsoft.com/office/drawing/2014/main" id="{4E70D3F9-D583-4ACD-8480-0F4A65ED3C83}"/>
              </a:ext>
            </a:extLst>
          </p:cNvPr>
          <p:cNvGrpSpPr/>
          <p:nvPr/>
        </p:nvGrpSpPr>
        <p:grpSpPr>
          <a:xfrm>
            <a:off x="1049062" y="0"/>
            <a:ext cx="9574094" cy="6858000"/>
            <a:chOff x="491575" y="0"/>
            <a:chExt cx="9574094" cy="6858000"/>
          </a:xfrm>
        </p:grpSpPr>
        <p:sp>
          <p:nvSpPr>
            <p:cNvPr id="96" name="Rectangle 95">
              <a:extLst>
                <a:ext uri="{FF2B5EF4-FFF2-40B4-BE49-F238E27FC236}">
                  <a16:creationId xmlns="" xmlns:a16="http://schemas.microsoft.com/office/drawing/2014/main" id="{321108FC-08B5-45CC-AB47-1104119B25FD}"/>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Freeform: Shape 96">
              <a:extLst>
                <a:ext uri="{FF2B5EF4-FFF2-40B4-BE49-F238E27FC236}">
                  <a16:creationId xmlns="" xmlns:a16="http://schemas.microsoft.com/office/drawing/2014/main" id="{96A47C8C-7F88-484E-817B-572BEDC2BC69}"/>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TextBox 97">
              <a:extLst>
                <a:ext uri="{FF2B5EF4-FFF2-40B4-BE49-F238E27FC236}">
                  <a16:creationId xmlns="" xmlns:a16="http://schemas.microsoft.com/office/drawing/2014/main" id="{E3DB5570-AC77-4396-9748-4183DF7C8396}"/>
                </a:ext>
              </a:extLst>
            </p:cNvPr>
            <p:cNvSpPr txBox="1"/>
            <p:nvPr/>
          </p:nvSpPr>
          <p:spPr>
            <a:xfrm rot="16200000">
              <a:off x="8746453" y="3281943"/>
              <a:ext cx="1992086" cy="461665"/>
            </a:xfrm>
            <a:prstGeom prst="rect">
              <a:avLst/>
            </a:prstGeom>
            <a:noFill/>
          </p:spPr>
          <p:txBody>
            <a:bodyPr wrap="square" rtlCol="0">
              <a:spAutoFit/>
            </a:bodyPr>
            <a:lstStyle/>
            <a:p>
              <a:pPr algn="ctr"/>
              <a:r>
                <a:rPr lang="en-US" sz="2400" b="1" dirty="0" smtClean="0">
                  <a:solidFill>
                    <a:srgbClr val="F0EEF0"/>
                  </a:solidFill>
                  <a:latin typeface="Tw Cen MT" panose="020B0602020104020603" pitchFamily="34" charset="0"/>
                </a:rPr>
                <a:t>Algorithm</a:t>
              </a:r>
              <a:endParaRPr lang="en-US" sz="2400" b="1" dirty="0">
                <a:solidFill>
                  <a:srgbClr val="F0EEF0"/>
                </a:solidFill>
                <a:latin typeface="Tw Cen MT" panose="020B0602020104020603" pitchFamily="34" charset="0"/>
              </a:endParaRPr>
            </a:p>
          </p:txBody>
        </p:sp>
        <p:pic>
          <p:nvPicPr>
            <p:cNvPr id="99" name="Picture 98">
              <a:extLst>
                <a:ext uri="{FF2B5EF4-FFF2-40B4-BE49-F238E27FC236}">
                  <a16:creationId xmlns="" xmlns:a16="http://schemas.microsoft.com/office/drawing/2014/main" id="{F6ED4041-CDD9-443D-802E-47D4387906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71" name="Group 70">
            <a:extLst>
              <a:ext uri="{FF2B5EF4-FFF2-40B4-BE49-F238E27FC236}">
                <a16:creationId xmlns="" xmlns:a16="http://schemas.microsoft.com/office/drawing/2014/main" id="{E7044FAB-DB4A-4E59-B111-8CA4168E7FA4}"/>
              </a:ext>
            </a:extLst>
          </p:cNvPr>
          <p:cNvGrpSpPr/>
          <p:nvPr/>
        </p:nvGrpSpPr>
        <p:grpSpPr>
          <a:xfrm>
            <a:off x="-1755275" y="0"/>
            <a:ext cx="11860720" cy="6858000"/>
            <a:chOff x="-2449883" y="-1"/>
            <a:chExt cx="11860720" cy="6858000"/>
          </a:xfrm>
        </p:grpSpPr>
        <p:sp>
          <p:nvSpPr>
            <p:cNvPr id="72" name="Rectangle 71">
              <a:extLst>
                <a:ext uri="{FF2B5EF4-FFF2-40B4-BE49-F238E27FC236}">
                  <a16:creationId xmlns="" xmlns:a16="http://schemas.microsoft.com/office/drawing/2014/main" id="{824F072A-08CC-4CC6-B5EF-C1833A244FA3}"/>
                </a:ext>
              </a:extLst>
            </p:cNvPr>
            <p:cNvSpPr/>
            <p:nvPr/>
          </p:nvSpPr>
          <p:spPr>
            <a:xfrm>
              <a:off x="-2449883" y="-1"/>
              <a:ext cx="118607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Freeform: Shape 72">
              <a:extLst>
                <a:ext uri="{FF2B5EF4-FFF2-40B4-BE49-F238E27FC236}">
                  <a16:creationId xmlns="" xmlns:a16="http://schemas.microsoft.com/office/drawing/2014/main" id="{A3C6C4A9-8B6A-429B-980E-26CD0C3A573E}"/>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TextBox 73">
              <a:extLst>
                <a:ext uri="{FF2B5EF4-FFF2-40B4-BE49-F238E27FC236}">
                  <a16:creationId xmlns="" xmlns:a16="http://schemas.microsoft.com/office/drawing/2014/main" id="{858AC381-BFD1-4A89-AE49-8ADC853A6849}"/>
                </a:ext>
              </a:extLst>
            </p:cNvPr>
            <p:cNvSpPr txBox="1"/>
            <p:nvPr/>
          </p:nvSpPr>
          <p:spPr>
            <a:xfrm rot="16200000">
              <a:off x="8091629" y="3251164"/>
              <a:ext cx="1992086" cy="523220"/>
            </a:xfrm>
            <a:prstGeom prst="rect">
              <a:avLst/>
            </a:prstGeom>
            <a:noFill/>
          </p:spPr>
          <p:txBody>
            <a:bodyPr wrap="square" rtlCol="0">
              <a:spAutoFit/>
            </a:bodyPr>
            <a:lstStyle/>
            <a:p>
              <a:pPr algn="ctr"/>
              <a:r>
                <a:rPr lang="en-US" sz="2800" b="1" dirty="0">
                  <a:solidFill>
                    <a:srgbClr val="F0EEF0"/>
                  </a:solidFill>
                  <a:latin typeface="Tw Cen MT" panose="020B0602020104020603" pitchFamily="34" charset="0"/>
                </a:rPr>
                <a:t>Conclusion</a:t>
              </a:r>
            </a:p>
          </p:txBody>
        </p:sp>
        <p:pic>
          <p:nvPicPr>
            <p:cNvPr id="75" name="Picture 74">
              <a:extLst>
                <a:ext uri="{FF2B5EF4-FFF2-40B4-BE49-F238E27FC236}">
                  <a16:creationId xmlns="" xmlns:a16="http://schemas.microsoft.com/office/drawing/2014/main" id="{9DF2E944-82FA-495B-8A5C-9BDE263553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76" name="Group 75">
            <a:extLst>
              <a:ext uri="{FF2B5EF4-FFF2-40B4-BE49-F238E27FC236}">
                <a16:creationId xmlns="" xmlns:a16="http://schemas.microsoft.com/office/drawing/2014/main" id="{60E31D48-090A-4A9C-AF5C-4B0C49C47C7D}"/>
              </a:ext>
            </a:extLst>
          </p:cNvPr>
          <p:cNvGrpSpPr/>
          <p:nvPr/>
        </p:nvGrpSpPr>
        <p:grpSpPr>
          <a:xfrm>
            <a:off x="-9395082" y="-1"/>
            <a:ext cx="9927504" cy="6858000"/>
            <a:chOff x="-9337032" y="-1"/>
            <a:chExt cx="9927504" cy="6858000"/>
          </a:xfrm>
        </p:grpSpPr>
        <p:sp>
          <p:nvSpPr>
            <p:cNvPr id="77" name="Rectangle 76">
              <a:extLst>
                <a:ext uri="{FF2B5EF4-FFF2-40B4-BE49-F238E27FC236}">
                  <a16:creationId xmlns="" xmlns:a16="http://schemas.microsoft.com/office/drawing/2014/main" id="{3A79A714-CB74-4EFD-9BC1-A7F2F993842A}"/>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Freeform: Shape 77">
              <a:extLst>
                <a:ext uri="{FF2B5EF4-FFF2-40B4-BE49-F238E27FC236}">
                  <a16:creationId xmlns="" xmlns:a16="http://schemas.microsoft.com/office/drawing/2014/main" id="{B006C60A-833A-41C2-A553-8132E7B3A7DB}"/>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TextBox 78">
              <a:extLst>
                <a:ext uri="{FF2B5EF4-FFF2-40B4-BE49-F238E27FC236}">
                  <a16:creationId xmlns="" xmlns:a16="http://schemas.microsoft.com/office/drawing/2014/main" id="{95AECC6C-A520-4756-9163-08D14835D791}"/>
                </a:ext>
              </a:extLst>
            </p:cNvPr>
            <p:cNvSpPr txBox="1"/>
            <p:nvPr/>
          </p:nvSpPr>
          <p:spPr>
            <a:xfrm rot="16200000">
              <a:off x="-738260" y="3189608"/>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Thank u </a:t>
              </a:r>
            </a:p>
          </p:txBody>
        </p:sp>
        <p:pic>
          <p:nvPicPr>
            <p:cNvPr id="80" name="Picture 79">
              <a:extLst>
                <a:ext uri="{FF2B5EF4-FFF2-40B4-BE49-F238E27FC236}">
                  <a16:creationId xmlns="" xmlns:a16="http://schemas.microsoft.com/office/drawing/2014/main" id="{0F8A56B9-A504-4035-8439-53ED4617B8B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sp>
        <p:nvSpPr>
          <p:cNvPr id="2" name="TextBox 1"/>
          <p:cNvSpPr txBox="1"/>
          <p:nvPr/>
        </p:nvSpPr>
        <p:spPr>
          <a:xfrm>
            <a:off x="2388267" y="916582"/>
            <a:ext cx="5648828" cy="1569660"/>
          </a:xfrm>
          <a:prstGeom prst="rect">
            <a:avLst/>
          </a:prstGeom>
          <a:noFill/>
        </p:spPr>
        <p:txBody>
          <a:bodyPr wrap="square" rtlCol="0">
            <a:spAutoFit/>
          </a:bodyPr>
          <a:lstStyle/>
          <a:p>
            <a:r>
              <a:rPr lang="en-IN" sz="4800" b="1" dirty="0" smtClean="0">
                <a:solidFill>
                  <a:srgbClr val="FF0000"/>
                </a:solidFill>
                <a:latin typeface="Tw Cen MT" panose="020B0602020104020603" pitchFamily="34" charset="0"/>
              </a:rPr>
              <a:t>Concluding Remarks</a:t>
            </a:r>
            <a:endParaRPr lang="en-IN" sz="4800" b="1" dirty="0">
              <a:solidFill>
                <a:srgbClr val="FF0000"/>
              </a:solidFill>
              <a:latin typeface="Tw Cen MT" panose="020B0602020104020603" pitchFamily="34" charset="0"/>
            </a:endParaRPr>
          </a:p>
          <a:p>
            <a:endParaRPr lang="en-IN" sz="4800" b="1" dirty="0">
              <a:solidFill>
                <a:schemeClr val="accent6"/>
              </a:solidFill>
              <a:latin typeface="Tw Cen MT" pitchFamily="34" charset="0"/>
            </a:endParaRPr>
          </a:p>
        </p:txBody>
      </p:sp>
      <p:sp>
        <p:nvSpPr>
          <p:cNvPr id="3" name="TextBox 2"/>
          <p:cNvSpPr txBox="1"/>
          <p:nvPr/>
        </p:nvSpPr>
        <p:spPr>
          <a:xfrm>
            <a:off x="1503947" y="2283936"/>
            <a:ext cx="6954253" cy="1477328"/>
          </a:xfrm>
          <a:prstGeom prst="rect">
            <a:avLst/>
          </a:prstGeom>
          <a:noFill/>
        </p:spPr>
        <p:txBody>
          <a:bodyPr wrap="square" rtlCol="0">
            <a:spAutoFit/>
          </a:bodyPr>
          <a:lstStyle/>
          <a:p>
            <a:pPr marL="342900" indent="-342900">
              <a:lnSpc>
                <a:spcPct val="150000"/>
              </a:lnSpc>
              <a:buFont typeface="Wingdings" pitchFamily="2" charset="2"/>
              <a:buChar char="v"/>
            </a:pPr>
            <a:r>
              <a:rPr lang="en-IN" sz="2000" dirty="0" smtClean="0"/>
              <a:t>Both </a:t>
            </a:r>
            <a:r>
              <a:rPr lang="en-IN" sz="2000" dirty="0"/>
              <a:t>the algorithms generate model from train dataset and new data will be applied on train model to predict it class. </a:t>
            </a:r>
            <a:endParaRPr lang="en-IN" sz="2000" dirty="0" smtClean="0"/>
          </a:p>
          <a:p>
            <a:pPr marL="342900" indent="-342900">
              <a:lnSpc>
                <a:spcPct val="150000"/>
              </a:lnSpc>
              <a:buFont typeface="Wingdings" pitchFamily="2" charset="2"/>
              <a:buChar char="v"/>
            </a:pPr>
            <a:r>
              <a:rPr lang="en-IN" sz="2000" dirty="0" smtClean="0"/>
              <a:t>Because both algorithms best supports for  classification </a:t>
            </a:r>
            <a:endParaRPr lang="en-IN" sz="2000" dirty="0"/>
          </a:p>
        </p:txBody>
      </p:sp>
    </p:spTree>
    <p:extLst>
      <p:ext uri="{BB962C8B-B14F-4D97-AF65-F5344CB8AC3E}">
        <p14:creationId xmlns:p14="http://schemas.microsoft.com/office/powerpoint/2010/main" val="3557959593"/>
      </p:ext>
    </p:extLst>
  </p:cSld>
  <p:clrMapOvr>
    <a:masterClrMapping/>
  </p:clrMapOvr>
  <p:transition spd="med">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49">
            <a:extLst>
              <a:ext uri="{FF2B5EF4-FFF2-40B4-BE49-F238E27FC236}">
                <a16:creationId xmlns="" xmlns:a16="http://schemas.microsoft.com/office/drawing/2014/main" id="{10781169-B7A4-446E-BD33-B9650367A7F9}"/>
              </a:ext>
            </a:extLst>
          </p:cNvPr>
          <p:cNvGrpSpPr/>
          <p:nvPr/>
        </p:nvGrpSpPr>
        <p:grpSpPr>
          <a:xfrm>
            <a:off x="-290920" y="0"/>
            <a:ext cx="12482920" cy="6858000"/>
            <a:chOff x="-290920" y="0"/>
            <a:chExt cx="12482920" cy="6858000"/>
          </a:xfrm>
        </p:grpSpPr>
        <p:sp>
          <p:nvSpPr>
            <p:cNvPr id="51" name="Rectangle 50">
              <a:extLst>
                <a:ext uri="{FF2B5EF4-FFF2-40B4-BE49-F238E27FC236}">
                  <a16:creationId xmlns="" xmlns:a16="http://schemas.microsoft.com/office/drawing/2014/main" id="{CED3AF08-30FC-4AFF-9C5C-99D0A7099514}"/>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Shape 51">
              <a:extLst>
                <a:ext uri="{FF2B5EF4-FFF2-40B4-BE49-F238E27FC236}">
                  <a16:creationId xmlns="" xmlns:a16="http://schemas.microsoft.com/office/drawing/2014/main" id="{99AF1FBA-9557-484A-B305-EE590A192E96}"/>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 xmlns:a16="http://schemas.microsoft.com/office/drawing/2014/main" id="{407E3AA2-679E-4924-AC1B-FE6C3A02C251}"/>
                </a:ext>
              </a:extLst>
            </p:cNvPr>
            <p:cNvSpPr txBox="1"/>
            <p:nvPr/>
          </p:nvSpPr>
          <p:spPr>
            <a:xfrm rot="16200000">
              <a:off x="10872792" y="3194734"/>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about</a:t>
              </a:r>
            </a:p>
          </p:txBody>
        </p:sp>
        <p:pic>
          <p:nvPicPr>
            <p:cNvPr id="54" name="Picture 53">
              <a:extLst>
                <a:ext uri="{FF2B5EF4-FFF2-40B4-BE49-F238E27FC236}">
                  <a16:creationId xmlns="" xmlns:a16="http://schemas.microsoft.com/office/drawing/2014/main" id="{CD9846FC-755F-4A0E-BAD3-A5D51C0E1E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55" name="Group 54">
            <a:extLst>
              <a:ext uri="{FF2B5EF4-FFF2-40B4-BE49-F238E27FC236}">
                <a16:creationId xmlns="" xmlns:a16="http://schemas.microsoft.com/office/drawing/2014/main" id="{F00A67C9-4929-4EFF-9CB6-292640CD2738}"/>
              </a:ext>
            </a:extLst>
          </p:cNvPr>
          <p:cNvGrpSpPr/>
          <p:nvPr/>
        </p:nvGrpSpPr>
        <p:grpSpPr>
          <a:xfrm>
            <a:off x="226788" y="-2"/>
            <a:ext cx="11447501" cy="6858000"/>
            <a:chOff x="213096" y="0"/>
            <a:chExt cx="11447501" cy="6858000"/>
          </a:xfrm>
        </p:grpSpPr>
        <p:sp>
          <p:nvSpPr>
            <p:cNvPr id="56" name="Rectangle 55">
              <a:extLst>
                <a:ext uri="{FF2B5EF4-FFF2-40B4-BE49-F238E27FC236}">
                  <a16:creationId xmlns="" xmlns:a16="http://schemas.microsoft.com/office/drawing/2014/main" id="{3E8CDB02-4760-4298-BC44-93A18EB02F13}"/>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Freeform: Shape 56">
              <a:extLst>
                <a:ext uri="{FF2B5EF4-FFF2-40B4-BE49-F238E27FC236}">
                  <a16:creationId xmlns="" xmlns:a16="http://schemas.microsoft.com/office/drawing/2014/main" id="{57C0FD50-5E69-463E-A01B-65E9D864A386}"/>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Box 57">
              <a:extLst>
                <a:ext uri="{FF2B5EF4-FFF2-40B4-BE49-F238E27FC236}">
                  <a16:creationId xmlns="" xmlns:a16="http://schemas.microsoft.com/office/drawing/2014/main" id="{04CBFB1D-37FD-419F-B98C-860BF5217905}"/>
                </a:ext>
              </a:extLst>
            </p:cNvPr>
            <p:cNvSpPr txBox="1"/>
            <p:nvPr/>
          </p:nvSpPr>
          <p:spPr>
            <a:xfrm rot="16200000">
              <a:off x="10432158" y="3325207"/>
              <a:ext cx="1992086" cy="461665"/>
            </a:xfrm>
            <a:prstGeom prst="rect">
              <a:avLst/>
            </a:prstGeom>
            <a:noFill/>
          </p:spPr>
          <p:txBody>
            <a:bodyPr wrap="square" rtlCol="0">
              <a:spAutoFit/>
            </a:bodyPr>
            <a:lstStyle/>
            <a:p>
              <a:pPr algn="ctr"/>
              <a:r>
                <a:rPr lang="en-US" sz="2400" b="1" dirty="0" smtClean="0">
                  <a:solidFill>
                    <a:srgbClr val="F0EEF0"/>
                  </a:solidFill>
                  <a:latin typeface="Tw Cen MT" panose="020B0602020104020603" pitchFamily="34" charset="0"/>
                </a:rPr>
                <a:t>Scenario</a:t>
              </a:r>
              <a:endParaRPr lang="en-US" sz="2400" b="1" dirty="0">
                <a:solidFill>
                  <a:srgbClr val="F0EEF0"/>
                </a:solidFill>
                <a:latin typeface="Tw Cen MT" panose="020B0602020104020603" pitchFamily="34" charset="0"/>
              </a:endParaRPr>
            </a:p>
          </p:txBody>
        </p:sp>
        <p:pic>
          <p:nvPicPr>
            <p:cNvPr id="59" name="Picture 58">
              <a:extLst>
                <a:ext uri="{FF2B5EF4-FFF2-40B4-BE49-F238E27FC236}">
                  <a16:creationId xmlns="" xmlns:a16="http://schemas.microsoft.com/office/drawing/2014/main" id="{60B383F7-52C5-4FB7-AEC3-35A48D7354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60" name="Group 59">
            <a:extLst>
              <a:ext uri="{FF2B5EF4-FFF2-40B4-BE49-F238E27FC236}">
                <a16:creationId xmlns="" xmlns:a16="http://schemas.microsoft.com/office/drawing/2014/main" id="{6F7667A6-1C16-4F0A-A162-61BD16E6BE6B}"/>
              </a:ext>
            </a:extLst>
          </p:cNvPr>
          <p:cNvGrpSpPr/>
          <p:nvPr/>
        </p:nvGrpSpPr>
        <p:grpSpPr>
          <a:xfrm>
            <a:off x="1184133" y="0"/>
            <a:ext cx="10265000" cy="6858000"/>
            <a:chOff x="491575" y="0"/>
            <a:chExt cx="10265000" cy="6858000"/>
          </a:xfrm>
        </p:grpSpPr>
        <p:sp>
          <p:nvSpPr>
            <p:cNvPr id="61" name="Rectangle 60">
              <a:extLst>
                <a:ext uri="{FF2B5EF4-FFF2-40B4-BE49-F238E27FC236}">
                  <a16:creationId xmlns="" xmlns:a16="http://schemas.microsoft.com/office/drawing/2014/main" id="{0E8C29A9-4AAB-442C-A7A4-40DCCE0A9694}"/>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reeform: Shape 61">
              <a:extLst>
                <a:ext uri="{FF2B5EF4-FFF2-40B4-BE49-F238E27FC236}">
                  <a16:creationId xmlns="" xmlns:a16="http://schemas.microsoft.com/office/drawing/2014/main" id="{81520FE7-5699-4290-9C3C-51E0C60ECC6B}"/>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 xmlns:a16="http://schemas.microsoft.com/office/drawing/2014/main" id="{AFD50D6F-822B-4109-8B0C-BA004A0B7145}"/>
                </a:ext>
              </a:extLst>
            </p:cNvPr>
            <p:cNvSpPr txBox="1"/>
            <p:nvPr/>
          </p:nvSpPr>
          <p:spPr>
            <a:xfrm rot="16200000">
              <a:off x="9345034" y="3144301"/>
              <a:ext cx="1992086" cy="830997"/>
            </a:xfrm>
            <a:prstGeom prst="rect">
              <a:avLst/>
            </a:prstGeom>
            <a:noFill/>
          </p:spPr>
          <p:txBody>
            <a:bodyPr wrap="square" rtlCol="0">
              <a:spAutoFit/>
            </a:bodyPr>
            <a:lstStyle/>
            <a:p>
              <a:pPr algn="ctr"/>
              <a:r>
                <a:rPr lang="en-US" sz="2400" b="1" dirty="0" smtClean="0">
                  <a:solidFill>
                    <a:srgbClr val="F0EEF0"/>
                  </a:solidFill>
                  <a:latin typeface="Tw Cen MT" panose="020B0602020104020603" pitchFamily="34" charset="0"/>
                </a:rPr>
                <a:t>Objective</a:t>
              </a:r>
              <a:endParaRPr lang="en-US" sz="2400" b="1" dirty="0">
                <a:solidFill>
                  <a:srgbClr val="F0EEF0"/>
                </a:solidFill>
                <a:latin typeface="Tw Cen MT" panose="020B0602020104020603" pitchFamily="34" charset="0"/>
              </a:endParaRPr>
            </a:p>
            <a:p>
              <a:pPr algn="ctr"/>
              <a:endParaRPr lang="en-US" sz="2400" b="1" dirty="0">
                <a:solidFill>
                  <a:srgbClr val="F0EEF0"/>
                </a:solidFill>
                <a:latin typeface="Tw Cen MT" panose="020B0602020104020603" pitchFamily="34" charset="0"/>
              </a:endParaRPr>
            </a:p>
          </p:txBody>
        </p:sp>
        <p:pic>
          <p:nvPicPr>
            <p:cNvPr id="64" name="Picture 63">
              <a:extLst>
                <a:ext uri="{FF2B5EF4-FFF2-40B4-BE49-F238E27FC236}">
                  <a16:creationId xmlns="" xmlns:a16="http://schemas.microsoft.com/office/drawing/2014/main" id="{0376C61F-147B-441E-B32E-45D5BC1B66B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sp>
        <p:nvSpPr>
          <p:cNvPr id="70" name="Rectangle 69">
            <a:extLst>
              <a:ext uri="{FF2B5EF4-FFF2-40B4-BE49-F238E27FC236}">
                <a16:creationId xmlns="" xmlns:a16="http://schemas.microsoft.com/office/drawing/2014/main" id="{990CE96C-B0E8-49CB-B717-EBFFECB66027}"/>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5" name="Group 94">
            <a:extLst>
              <a:ext uri="{FF2B5EF4-FFF2-40B4-BE49-F238E27FC236}">
                <a16:creationId xmlns="" xmlns:a16="http://schemas.microsoft.com/office/drawing/2014/main" id="{4E70D3F9-D583-4ACD-8480-0F4A65ED3C83}"/>
              </a:ext>
            </a:extLst>
          </p:cNvPr>
          <p:cNvGrpSpPr/>
          <p:nvPr/>
        </p:nvGrpSpPr>
        <p:grpSpPr>
          <a:xfrm>
            <a:off x="1049062" y="0"/>
            <a:ext cx="9574094" cy="6858000"/>
            <a:chOff x="491575" y="0"/>
            <a:chExt cx="9574094" cy="6858000"/>
          </a:xfrm>
        </p:grpSpPr>
        <p:sp>
          <p:nvSpPr>
            <p:cNvPr id="96" name="Rectangle 95">
              <a:extLst>
                <a:ext uri="{FF2B5EF4-FFF2-40B4-BE49-F238E27FC236}">
                  <a16:creationId xmlns="" xmlns:a16="http://schemas.microsoft.com/office/drawing/2014/main" id="{321108FC-08B5-45CC-AB47-1104119B25FD}"/>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Freeform: Shape 96">
              <a:extLst>
                <a:ext uri="{FF2B5EF4-FFF2-40B4-BE49-F238E27FC236}">
                  <a16:creationId xmlns="" xmlns:a16="http://schemas.microsoft.com/office/drawing/2014/main" id="{96A47C8C-7F88-484E-817B-572BEDC2BC69}"/>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TextBox 97">
              <a:extLst>
                <a:ext uri="{FF2B5EF4-FFF2-40B4-BE49-F238E27FC236}">
                  <a16:creationId xmlns="" xmlns:a16="http://schemas.microsoft.com/office/drawing/2014/main" id="{E3DB5570-AC77-4396-9748-4183DF7C8396}"/>
                </a:ext>
              </a:extLst>
            </p:cNvPr>
            <p:cNvSpPr txBox="1"/>
            <p:nvPr/>
          </p:nvSpPr>
          <p:spPr>
            <a:xfrm rot="16200000">
              <a:off x="8746453" y="3281943"/>
              <a:ext cx="1992086" cy="461665"/>
            </a:xfrm>
            <a:prstGeom prst="rect">
              <a:avLst/>
            </a:prstGeom>
            <a:noFill/>
          </p:spPr>
          <p:txBody>
            <a:bodyPr wrap="square" rtlCol="0">
              <a:spAutoFit/>
            </a:bodyPr>
            <a:lstStyle/>
            <a:p>
              <a:pPr algn="ctr"/>
              <a:r>
                <a:rPr lang="en-US" sz="2400" b="1" dirty="0" smtClean="0">
                  <a:solidFill>
                    <a:srgbClr val="F0EEF0"/>
                  </a:solidFill>
                  <a:latin typeface="Tw Cen MT" panose="020B0602020104020603" pitchFamily="34" charset="0"/>
                </a:rPr>
                <a:t>Algorithm</a:t>
              </a:r>
              <a:endParaRPr lang="en-US" sz="2400" b="1" dirty="0">
                <a:solidFill>
                  <a:srgbClr val="F0EEF0"/>
                </a:solidFill>
                <a:latin typeface="Tw Cen MT" panose="020B0602020104020603" pitchFamily="34" charset="0"/>
              </a:endParaRPr>
            </a:p>
          </p:txBody>
        </p:sp>
        <p:pic>
          <p:nvPicPr>
            <p:cNvPr id="99" name="Picture 98">
              <a:extLst>
                <a:ext uri="{FF2B5EF4-FFF2-40B4-BE49-F238E27FC236}">
                  <a16:creationId xmlns="" xmlns:a16="http://schemas.microsoft.com/office/drawing/2014/main" id="{F6ED4041-CDD9-443D-802E-47D4387906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71" name="Group 70">
            <a:extLst>
              <a:ext uri="{FF2B5EF4-FFF2-40B4-BE49-F238E27FC236}">
                <a16:creationId xmlns="" xmlns:a16="http://schemas.microsoft.com/office/drawing/2014/main" id="{E7044FAB-DB4A-4E59-B111-8CA4168E7FA4}"/>
              </a:ext>
            </a:extLst>
          </p:cNvPr>
          <p:cNvGrpSpPr/>
          <p:nvPr/>
        </p:nvGrpSpPr>
        <p:grpSpPr>
          <a:xfrm>
            <a:off x="-1755275" y="0"/>
            <a:ext cx="11860720" cy="6858000"/>
            <a:chOff x="-2449883" y="-1"/>
            <a:chExt cx="11860720" cy="6858000"/>
          </a:xfrm>
        </p:grpSpPr>
        <p:sp>
          <p:nvSpPr>
            <p:cNvPr id="72" name="Rectangle 71">
              <a:extLst>
                <a:ext uri="{FF2B5EF4-FFF2-40B4-BE49-F238E27FC236}">
                  <a16:creationId xmlns="" xmlns:a16="http://schemas.microsoft.com/office/drawing/2014/main" id="{824F072A-08CC-4CC6-B5EF-C1833A244FA3}"/>
                </a:ext>
              </a:extLst>
            </p:cNvPr>
            <p:cNvSpPr/>
            <p:nvPr/>
          </p:nvSpPr>
          <p:spPr>
            <a:xfrm>
              <a:off x="-2449883" y="-1"/>
              <a:ext cx="118607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Shape 72">
              <a:extLst>
                <a:ext uri="{FF2B5EF4-FFF2-40B4-BE49-F238E27FC236}">
                  <a16:creationId xmlns="" xmlns:a16="http://schemas.microsoft.com/office/drawing/2014/main" id="{A3C6C4A9-8B6A-429B-980E-26CD0C3A573E}"/>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TextBox 73">
              <a:extLst>
                <a:ext uri="{FF2B5EF4-FFF2-40B4-BE49-F238E27FC236}">
                  <a16:creationId xmlns="" xmlns:a16="http://schemas.microsoft.com/office/drawing/2014/main" id="{858AC381-BFD1-4A89-AE49-8ADC853A6849}"/>
                </a:ext>
              </a:extLst>
            </p:cNvPr>
            <p:cNvSpPr txBox="1"/>
            <p:nvPr/>
          </p:nvSpPr>
          <p:spPr>
            <a:xfrm rot="16200000">
              <a:off x="8091629" y="3251164"/>
              <a:ext cx="1992086" cy="523220"/>
            </a:xfrm>
            <a:prstGeom prst="rect">
              <a:avLst/>
            </a:prstGeom>
            <a:noFill/>
          </p:spPr>
          <p:txBody>
            <a:bodyPr wrap="square" rtlCol="0">
              <a:spAutoFit/>
            </a:bodyPr>
            <a:lstStyle/>
            <a:p>
              <a:pPr algn="ctr"/>
              <a:r>
                <a:rPr lang="en-US" sz="2800" b="1" dirty="0" smtClean="0">
                  <a:solidFill>
                    <a:srgbClr val="F0EEF0"/>
                  </a:solidFill>
                  <a:latin typeface="Tw Cen MT" panose="020B0602020104020603" pitchFamily="34" charset="0"/>
                </a:rPr>
                <a:t>References</a:t>
              </a:r>
              <a:endParaRPr lang="en-US" sz="2800" b="1" dirty="0">
                <a:solidFill>
                  <a:srgbClr val="F0EEF0"/>
                </a:solidFill>
                <a:latin typeface="Tw Cen MT" panose="020B0602020104020603" pitchFamily="34" charset="0"/>
              </a:endParaRPr>
            </a:p>
          </p:txBody>
        </p:sp>
        <p:pic>
          <p:nvPicPr>
            <p:cNvPr id="75" name="Picture 74">
              <a:extLst>
                <a:ext uri="{FF2B5EF4-FFF2-40B4-BE49-F238E27FC236}">
                  <a16:creationId xmlns="" xmlns:a16="http://schemas.microsoft.com/office/drawing/2014/main" id="{9DF2E944-82FA-495B-8A5C-9BDE263553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76" name="Group 75">
            <a:extLst>
              <a:ext uri="{FF2B5EF4-FFF2-40B4-BE49-F238E27FC236}">
                <a16:creationId xmlns="" xmlns:a16="http://schemas.microsoft.com/office/drawing/2014/main" id="{60E31D48-090A-4A9C-AF5C-4B0C49C47C7D}"/>
              </a:ext>
            </a:extLst>
          </p:cNvPr>
          <p:cNvGrpSpPr/>
          <p:nvPr/>
        </p:nvGrpSpPr>
        <p:grpSpPr>
          <a:xfrm>
            <a:off x="-9395082" y="-1"/>
            <a:ext cx="9927504" cy="6858000"/>
            <a:chOff x="-9337032" y="-1"/>
            <a:chExt cx="9927504" cy="6858000"/>
          </a:xfrm>
        </p:grpSpPr>
        <p:sp>
          <p:nvSpPr>
            <p:cNvPr id="77" name="Rectangle 76">
              <a:extLst>
                <a:ext uri="{FF2B5EF4-FFF2-40B4-BE49-F238E27FC236}">
                  <a16:creationId xmlns="" xmlns:a16="http://schemas.microsoft.com/office/drawing/2014/main" id="{3A79A714-CB74-4EFD-9BC1-A7F2F993842A}"/>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Freeform: Shape 77">
              <a:extLst>
                <a:ext uri="{FF2B5EF4-FFF2-40B4-BE49-F238E27FC236}">
                  <a16:creationId xmlns="" xmlns:a16="http://schemas.microsoft.com/office/drawing/2014/main" id="{B006C60A-833A-41C2-A553-8132E7B3A7DB}"/>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TextBox 78">
              <a:extLst>
                <a:ext uri="{FF2B5EF4-FFF2-40B4-BE49-F238E27FC236}">
                  <a16:creationId xmlns="" xmlns:a16="http://schemas.microsoft.com/office/drawing/2014/main" id="{95AECC6C-A520-4756-9163-08D14835D791}"/>
                </a:ext>
              </a:extLst>
            </p:cNvPr>
            <p:cNvSpPr txBox="1"/>
            <p:nvPr/>
          </p:nvSpPr>
          <p:spPr>
            <a:xfrm rot="16200000">
              <a:off x="-738260" y="3189608"/>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Thank u </a:t>
              </a:r>
            </a:p>
          </p:txBody>
        </p:sp>
        <p:pic>
          <p:nvPicPr>
            <p:cNvPr id="80" name="Picture 79">
              <a:extLst>
                <a:ext uri="{FF2B5EF4-FFF2-40B4-BE49-F238E27FC236}">
                  <a16:creationId xmlns="" xmlns:a16="http://schemas.microsoft.com/office/drawing/2014/main" id="{0F8A56B9-A504-4035-8439-53ED4617B8B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sp>
        <p:nvSpPr>
          <p:cNvPr id="5" name="TextBox 4">
            <a:extLst>
              <a:ext uri="{FF2B5EF4-FFF2-40B4-BE49-F238E27FC236}">
                <a16:creationId xmlns="" xmlns:a16="http://schemas.microsoft.com/office/drawing/2014/main" id="{005E0639-F9DD-464B-92DF-F53F195A6C80}"/>
              </a:ext>
            </a:extLst>
          </p:cNvPr>
          <p:cNvSpPr txBox="1"/>
          <p:nvPr/>
        </p:nvSpPr>
        <p:spPr>
          <a:xfrm>
            <a:off x="2491831" y="603504"/>
            <a:ext cx="5248805" cy="830997"/>
          </a:xfrm>
          <a:prstGeom prst="rect">
            <a:avLst/>
          </a:prstGeom>
          <a:noFill/>
        </p:spPr>
        <p:txBody>
          <a:bodyPr wrap="square" rtlCol="0">
            <a:spAutoFit/>
          </a:bodyPr>
          <a:lstStyle/>
          <a:p>
            <a:pPr algn="ctr"/>
            <a:r>
              <a:rPr lang="en-IN" sz="4800" b="1" dirty="0" smtClean="0">
                <a:solidFill>
                  <a:srgbClr val="FF0000"/>
                </a:solidFill>
                <a:latin typeface="Tw Cen MT" panose="020B0602020104020603" pitchFamily="34" charset="0"/>
              </a:rPr>
              <a:t>References</a:t>
            </a:r>
            <a:endParaRPr lang="en-IN" sz="4800" b="1" dirty="0">
              <a:solidFill>
                <a:srgbClr val="FF0000"/>
              </a:solidFill>
              <a:latin typeface="Tw Cen MT" panose="020B0602020104020603" pitchFamily="34" charset="0"/>
            </a:endParaRPr>
          </a:p>
        </p:txBody>
      </p:sp>
      <p:sp>
        <p:nvSpPr>
          <p:cNvPr id="3" name="TextBox 2"/>
          <p:cNvSpPr txBox="1"/>
          <p:nvPr/>
        </p:nvSpPr>
        <p:spPr>
          <a:xfrm>
            <a:off x="1129013" y="1434501"/>
            <a:ext cx="7502667" cy="4524315"/>
          </a:xfrm>
          <a:prstGeom prst="rect">
            <a:avLst/>
          </a:prstGeom>
          <a:noFill/>
        </p:spPr>
        <p:txBody>
          <a:bodyPr wrap="square" rtlCol="0">
            <a:spAutoFit/>
          </a:bodyPr>
          <a:lstStyle/>
          <a:p>
            <a:r>
              <a:rPr lang="en-IN" dirty="0"/>
              <a:t>Dataset Link: </a:t>
            </a:r>
            <a:endParaRPr lang="en-IN" dirty="0" smtClean="0"/>
          </a:p>
          <a:p>
            <a:r>
              <a:rPr lang="en-IN" dirty="0" smtClean="0">
                <a:hlinkClick r:id="rId3"/>
              </a:rPr>
              <a:t>https</a:t>
            </a:r>
            <a:r>
              <a:rPr lang="en-IN" dirty="0">
                <a:hlinkClick r:id="rId3"/>
              </a:rPr>
              <a:t>://</a:t>
            </a:r>
            <a:r>
              <a:rPr lang="en-IN" dirty="0" smtClean="0">
                <a:hlinkClick r:id="rId3"/>
              </a:rPr>
              <a:t>github.com/BalaMurali287/MyDatasets/blob/master/diabetes.csv</a:t>
            </a:r>
            <a:endParaRPr lang="en-IN" dirty="0" smtClean="0"/>
          </a:p>
          <a:p>
            <a:endParaRPr lang="en-IN" dirty="0" smtClean="0"/>
          </a:p>
          <a:p>
            <a:r>
              <a:rPr lang="en-IN" dirty="0" smtClean="0"/>
              <a:t>Other Links:</a:t>
            </a:r>
          </a:p>
          <a:p>
            <a:r>
              <a:rPr lang="en-IN" dirty="0">
                <a:solidFill>
                  <a:schemeClr val="accent1"/>
                </a:solidFill>
                <a:hlinkClick r:id="rId4"/>
              </a:rPr>
              <a:t>https://</a:t>
            </a:r>
            <a:r>
              <a:rPr lang="en-IN" dirty="0" smtClean="0">
                <a:solidFill>
                  <a:schemeClr val="accent1"/>
                </a:solidFill>
                <a:hlinkClick r:id="rId4"/>
              </a:rPr>
              <a:t>www.longdom.org/open-access/late-stage-complications-of-diabetes-and-insulin-resistance-2155-6156.1000167.pdf</a:t>
            </a:r>
            <a:endParaRPr lang="en-IN" dirty="0"/>
          </a:p>
          <a:p>
            <a:endParaRPr lang="en-IN" dirty="0" smtClean="0"/>
          </a:p>
          <a:p>
            <a:r>
              <a:rPr lang="en-IN" dirty="0">
                <a:hlinkClick r:id="rId5"/>
              </a:rPr>
              <a:t>https://</a:t>
            </a:r>
            <a:r>
              <a:rPr lang="en-IN" dirty="0" smtClean="0">
                <a:hlinkClick r:id="rId5"/>
              </a:rPr>
              <a:t>www.researchgate.net/publication/320147586_Personal_Discovery_in_Diabetes_Self-Management_Discovering_Cause_and_Effect_Using_Self-Monitoring_Data</a:t>
            </a:r>
            <a:endParaRPr lang="en-IN" dirty="0" smtClean="0"/>
          </a:p>
          <a:p>
            <a:endParaRPr lang="en-IN" dirty="0" smtClean="0"/>
          </a:p>
          <a:p>
            <a:r>
              <a:rPr lang="en-IN" dirty="0">
                <a:hlinkClick r:id="rId6"/>
              </a:rPr>
              <a:t>https://</a:t>
            </a:r>
            <a:r>
              <a:rPr lang="en-IN" dirty="0" smtClean="0">
                <a:hlinkClick r:id="rId6"/>
              </a:rPr>
              <a:t>science.sciencemag.org/content/349/6245/255</a:t>
            </a:r>
            <a:endParaRPr lang="en-IN" dirty="0" smtClean="0"/>
          </a:p>
          <a:p>
            <a:endParaRPr lang="en-IN" dirty="0"/>
          </a:p>
          <a:p>
            <a:r>
              <a:rPr lang="en-IN" dirty="0">
                <a:hlinkClick r:id="rId7"/>
              </a:rPr>
              <a:t>https://pubmed.ncbi.nlm.nih.gov/16595076/</a:t>
            </a:r>
            <a:endParaRPr lang="en-IN" dirty="0"/>
          </a:p>
          <a:p>
            <a:endParaRPr lang="en-IN" dirty="0" smtClean="0"/>
          </a:p>
          <a:p>
            <a:endParaRPr lang="en-IN" dirty="0"/>
          </a:p>
        </p:txBody>
      </p:sp>
    </p:spTree>
    <p:extLst>
      <p:ext uri="{BB962C8B-B14F-4D97-AF65-F5344CB8AC3E}">
        <p14:creationId xmlns:p14="http://schemas.microsoft.com/office/powerpoint/2010/main" val="3453454153"/>
      </p:ext>
    </p:extLst>
  </p:cSld>
  <p:clrMapOvr>
    <a:masterClrMapping/>
  </p:clrMapOvr>
  <p:transition spd="med">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49">
            <a:extLst>
              <a:ext uri="{FF2B5EF4-FFF2-40B4-BE49-F238E27FC236}">
                <a16:creationId xmlns="" xmlns:a16="http://schemas.microsoft.com/office/drawing/2014/main" id="{10781169-B7A4-446E-BD33-B9650367A7F9}"/>
              </a:ext>
            </a:extLst>
          </p:cNvPr>
          <p:cNvGrpSpPr/>
          <p:nvPr/>
        </p:nvGrpSpPr>
        <p:grpSpPr>
          <a:xfrm>
            <a:off x="-290920" y="0"/>
            <a:ext cx="12482920" cy="6858000"/>
            <a:chOff x="-290920" y="0"/>
            <a:chExt cx="12482920" cy="6858000"/>
          </a:xfrm>
        </p:grpSpPr>
        <p:sp>
          <p:nvSpPr>
            <p:cNvPr id="51" name="Rectangle 50">
              <a:extLst>
                <a:ext uri="{FF2B5EF4-FFF2-40B4-BE49-F238E27FC236}">
                  <a16:creationId xmlns="" xmlns:a16="http://schemas.microsoft.com/office/drawing/2014/main" id="{CED3AF08-30FC-4AFF-9C5C-99D0A7099514}"/>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Shape 51">
              <a:extLst>
                <a:ext uri="{FF2B5EF4-FFF2-40B4-BE49-F238E27FC236}">
                  <a16:creationId xmlns="" xmlns:a16="http://schemas.microsoft.com/office/drawing/2014/main" id="{99AF1FBA-9557-484A-B305-EE590A192E96}"/>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 xmlns:a16="http://schemas.microsoft.com/office/drawing/2014/main" id="{407E3AA2-679E-4924-AC1B-FE6C3A02C251}"/>
                </a:ext>
              </a:extLst>
            </p:cNvPr>
            <p:cNvSpPr txBox="1"/>
            <p:nvPr/>
          </p:nvSpPr>
          <p:spPr>
            <a:xfrm rot="16200000">
              <a:off x="10872792" y="3194734"/>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about</a:t>
              </a:r>
            </a:p>
          </p:txBody>
        </p:sp>
        <p:pic>
          <p:nvPicPr>
            <p:cNvPr id="54" name="Picture 53">
              <a:extLst>
                <a:ext uri="{FF2B5EF4-FFF2-40B4-BE49-F238E27FC236}">
                  <a16:creationId xmlns="" xmlns:a16="http://schemas.microsoft.com/office/drawing/2014/main" id="{CD9846FC-755F-4A0E-BAD3-A5D51C0E1EB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55" name="Group 54">
            <a:extLst>
              <a:ext uri="{FF2B5EF4-FFF2-40B4-BE49-F238E27FC236}">
                <a16:creationId xmlns="" xmlns:a16="http://schemas.microsoft.com/office/drawing/2014/main" id="{F00A67C9-4929-4EFF-9CB6-292640CD2738}"/>
              </a:ext>
            </a:extLst>
          </p:cNvPr>
          <p:cNvGrpSpPr/>
          <p:nvPr/>
        </p:nvGrpSpPr>
        <p:grpSpPr>
          <a:xfrm>
            <a:off x="226788" y="-2"/>
            <a:ext cx="11462539" cy="6858000"/>
            <a:chOff x="213096" y="0"/>
            <a:chExt cx="11462539" cy="6858000"/>
          </a:xfrm>
        </p:grpSpPr>
        <p:sp>
          <p:nvSpPr>
            <p:cNvPr id="56" name="Rectangle 55">
              <a:extLst>
                <a:ext uri="{FF2B5EF4-FFF2-40B4-BE49-F238E27FC236}">
                  <a16:creationId xmlns="" xmlns:a16="http://schemas.microsoft.com/office/drawing/2014/main" id="{3E8CDB02-4760-4298-BC44-93A18EB02F13}"/>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Freeform: Shape 56">
              <a:extLst>
                <a:ext uri="{FF2B5EF4-FFF2-40B4-BE49-F238E27FC236}">
                  <a16:creationId xmlns="" xmlns:a16="http://schemas.microsoft.com/office/drawing/2014/main" id="{57C0FD50-5E69-463E-A01B-65E9D864A386}"/>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Box 57">
              <a:extLst>
                <a:ext uri="{FF2B5EF4-FFF2-40B4-BE49-F238E27FC236}">
                  <a16:creationId xmlns="" xmlns:a16="http://schemas.microsoft.com/office/drawing/2014/main" id="{04CBFB1D-37FD-419F-B98C-860BF5217905}"/>
                </a:ext>
              </a:extLst>
            </p:cNvPr>
            <p:cNvSpPr txBox="1"/>
            <p:nvPr/>
          </p:nvSpPr>
          <p:spPr>
            <a:xfrm rot="16200000">
              <a:off x="10448760" y="3324576"/>
              <a:ext cx="1992086" cy="461665"/>
            </a:xfrm>
            <a:prstGeom prst="rect">
              <a:avLst/>
            </a:prstGeom>
            <a:noFill/>
          </p:spPr>
          <p:txBody>
            <a:bodyPr wrap="square" rtlCol="0">
              <a:spAutoFit/>
            </a:bodyPr>
            <a:lstStyle/>
            <a:p>
              <a:pPr algn="ctr"/>
              <a:r>
                <a:rPr lang="en-US" sz="2400" b="1" dirty="0" smtClean="0">
                  <a:solidFill>
                    <a:srgbClr val="F0EEF0"/>
                  </a:solidFill>
                  <a:latin typeface="Tw Cen MT" panose="020B0602020104020603" pitchFamily="34" charset="0"/>
                </a:rPr>
                <a:t>Scenario</a:t>
              </a:r>
              <a:endParaRPr lang="en-US" sz="2400" b="1" dirty="0">
                <a:solidFill>
                  <a:srgbClr val="F0EEF0"/>
                </a:solidFill>
                <a:latin typeface="Tw Cen MT" panose="020B0602020104020603" pitchFamily="34" charset="0"/>
              </a:endParaRPr>
            </a:p>
          </p:txBody>
        </p:sp>
        <p:pic>
          <p:nvPicPr>
            <p:cNvPr id="59" name="Picture 58">
              <a:extLst>
                <a:ext uri="{FF2B5EF4-FFF2-40B4-BE49-F238E27FC236}">
                  <a16:creationId xmlns="" xmlns:a16="http://schemas.microsoft.com/office/drawing/2014/main" id="{60B383F7-52C5-4FB7-AEC3-35A48D7354A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60" name="Group 59">
            <a:extLst>
              <a:ext uri="{FF2B5EF4-FFF2-40B4-BE49-F238E27FC236}">
                <a16:creationId xmlns="" xmlns:a16="http://schemas.microsoft.com/office/drawing/2014/main" id="{6F7667A6-1C16-4F0A-A162-61BD16E6BE6B}"/>
              </a:ext>
            </a:extLst>
          </p:cNvPr>
          <p:cNvGrpSpPr/>
          <p:nvPr/>
        </p:nvGrpSpPr>
        <p:grpSpPr>
          <a:xfrm>
            <a:off x="1184133" y="0"/>
            <a:ext cx="10242321" cy="6858000"/>
            <a:chOff x="491575" y="0"/>
            <a:chExt cx="10242321" cy="6858000"/>
          </a:xfrm>
        </p:grpSpPr>
        <p:sp>
          <p:nvSpPr>
            <p:cNvPr id="61" name="Rectangle 60">
              <a:extLst>
                <a:ext uri="{FF2B5EF4-FFF2-40B4-BE49-F238E27FC236}">
                  <a16:creationId xmlns="" xmlns:a16="http://schemas.microsoft.com/office/drawing/2014/main" id="{0E8C29A9-4AAB-442C-A7A4-40DCCE0A9694}"/>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reeform: Shape 61">
              <a:extLst>
                <a:ext uri="{FF2B5EF4-FFF2-40B4-BE49-F238E27FC236}">
                  <a16:creationId xmlns="" xmlns:a16="http://schemas.microsoft.com/office/drawing/2014/main" id="{81520FE7-5699-4290-9C3C-51E0C60ECC6B}"/>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 xmlns:a16="http://schemas.microsoft.com/office/drawing/2014/main" id="{AFD50D6F-822B-4109-8B0C-BA004A0B7145}"/>
                </a:ext>
              </a:extLst>
            </p:cNvPr>
            <p:cNvSpPr txBox="1"/>
            <p:nvPr/>
          </p:nvSpPr>
          <p:spPr>
            <a:xfrm rot="16200000">
              <a:off x="9322355" y="3139905"/>
              <a:ext cx="1992086" cy="830997"/>
            </a:xfrm>
            <a:prstGeom prst="rect">
              <a:avLst/>
            </a:prstGeom>
            <a:noFill/>
          </p:spPr>
          <p:txBody>
            <a:bodyPr wrap="square" rtlCol="0">
              <a:spAutoFit/>
            </a:bodyPr>
            <a:lstStyle/>
            <a:p>
              <a:pPr algn="ctr"/>
              <a:r>
                <a:rPr lang="en-US" sz="2400" b="1" dirty="0" smtClean="0">
                  <a:solidFill>
                    <a:srgbClr val="F0EEF0"/>
                  </a:solidFill>
                  <a:latin typeface="Tw Cen MT" panose="020B0602020104020603" pitchFamily="34" charset="0"/>
                </a:rPr>
                <a:t>Objective</a:t>
              </a:r>
              <a:endParaRPr lang="en-US" sz="2400" b="1" dirty="0">
                <a:solidFill>
                  <a:srgbClr val="F0EEF0"/>
                </a:solidFill>
                <a:latin typeface="Tw Cen MT" panose="020B0602020104020603" pitchFamily="34" charset="0"/>
              </a:endParaRPr>
            </a:p>
            <a:p>
              <a:pPr algn="ctr"/>
              <a:endParaRPr lang="en-US" sz="2400" b="1" dirty="0">
                <a:solidFill>
                  <a:srgbClr val="F0EEF0"/>
                </a:solidFill>
                <a:latin typeface="Tw Cen MT" panose="020B0602020104020603" pitchFamily="34" charset="0"/>
              </a:endParaRPr>
            </a:p>
          </p:txBody>
        </p:sp>
        <p:pic>
          <p:nvPicPr>
            <p:cNvPr id="64" name="Picture 63">
              <a:extLst>
                <a:ext uri="{FF2B5EF4-FFF2-40B4-BE49-F238E27FC236}">
                  <a16:creationId xmlns="" xmlns:a16="http://schemas.microsoft.com/office/drawing/2014/main" id="{0376C61F-147B-441E-B32E-45D5BC1B66B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95" name="Group 94">
            <a:extLst>
              <a:ext uri="{FF2B5EF4-FFF2-40B4-BE49-F238E27FC236}">
                <a16:creationId xmlns="" xmlns:a16="http://schemas.microsoft.com/office/drawing/2014/main" id="{4E70D3F9-D583-4ACD-8480-0F4A65ED3C83}"/>
              </a:ext>
            </a:extLst>
          </p:cNvPr>
          <p:cNvGrpSpPr/>
          <p:nvPr/>
        </p:nvGrpSpPr>
        <p:grpSpPr>
          <a:xfrm>
            <a:off x="1049062" y="0"/>
            <a:ext cx="9574094" cy="6858000"/>
            <a:chOff x="491575" y="0"/>
            <a:chExt cx="9574094" cy="6858000"/>
          </a:xfrm>
        </p:grpSpPr>
        <p:sp>
          <p:nvSpPr>
            <p:cNvPr id="96" name="Rectangle 95">
              <a:extLst>
                <a:ext uri="{FF2B5EF4-FFF2-40B4-BE49-F238E27FC236}">
                  <a16:creationId xmlns="" xmlns:a16="http://schemas.microsoft.com/office/drawing/2014/main" id="{321108FC-08B5-45CC-AB47-1104119B25FD}"/>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Freeform: Shape 96">
              <a:extLst>
                <a:ext uri="{FF2B5EF4-FFF2-40B4-BE49-F238E27FC236}">
                  <a16:creationId xmlns="" xmlns:a16="http://schemas.microsoft.com/office/drawing/2014/main" id="{96A47C8C-7F88-484E-817B-572BEDC2BC69}"/>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TextBox 97">
              <a:extLst>
                <a:ext uri="{FF2B5EF4-FFF2-40B4-BE49-F238E27FC236}">
                  <a16:creationId xmlns="" xmlns:a16="http://schemas.microsoft.com/office/drawing/2014/main" id="{E3DB5570-AC77-4396-9748-4183DF7C8396}"/>
                </a:ext>
              </a:extLst>
            </p:cNvPr>
            <p:cNvSpPr txBox="1"/>
            <p:nvPr/>
          </p:nvSpPr>
          <p:spPr>
            <a:xfrm rot="16200000">
              <a:off x="8797822" y="3281942"/>
              <a:ext cx="1992086" cy="461665"/>
            </a:xfrm>
            <a:prstGeom prst="rect">
              <a:avLst/>
            </a:prstGeom>
            <a:noFill/>
          </p:spPr>
          <p:txBody>
            <a:bodyPr wrap="square" rtlCol="0">
              <a:spAutoFit/>
            </a:bodyPr>
            <a:lstStyle/>
            <a:p>
              <a:pPr algn="ctr"/>
              <a:r>
                <a:rPr lang="en-US" sz="2400" b="1" dirty="0" smtClean="0">
                  <a:solidFill>
                    <a:srgbClr val="F0EEF0"/>
                  </a:solidFill>
                  <a:latin typeface="Tw Cen MT" panose="020B0602020104020603" pitchFamily="34" charset="0"/>
                </a:rPr>
                <a:t>Algorithm</a:t>
              </a:r>
              <a:endParaRPr lang="en-US" sz="2400" b="1" dirty="0">
                <a:solidFill>
                  <a:srgbClr val="F0EEF0"/>
                </a:solidFill>
                <a:latin typeface="Tw Cen MT" panose="020B0602020104020603" pitchFamily="34" charset="0"/>
              </a:endParaRPr>
            </a:p>
          </p:txBody>
        </p:sp>
        <p:pic>
          <p:nvPicPr>
            <p:cNvPr id="99" name="Picture 98">
              <a:extLst>
                <a:ext uri="{FF2B5EF4-FFF2-40B4-BE49-F238E27FC236}">
                  <a16:creationId xmlns="" xmlns:a16="http://schemas.microsoft.com/office/drawing/2014/main" id="{F6ED4041-CDD9-443D-802E-47D4387906F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71" name="Group 70">
            <a:extLst>
              <a:ext uri="{FF2B5EF4-FFF2-40B4-BE49-F238E27FC236}">
                <a16:creationId xmlns="" xmlns:a16="http://schemas.microsoft.com/office/drawing/2014/main" id="{E7044FAB-DB4A-4E59-B111-8CA4168E7FA4}"/>
              </a:ext>
            </a:extLst>
          </p:cNvPr>
          <p:cNvGrpSpPr/>
          <p:nvPr/>
        </p:nvGrpSpPr>
        <p:grpSpPr>
          <a:xfrm>
            <a:off x="-1780364" y="-1"/>
            <a:ext cx="11860720" cy="6858000"/>
            <a:chOff x="-2449883" y="-1"/>
            <a:chExt cx="11860720" cy="6858000"/>
          </a:xfrm>
        </p:grpSpPr>
        <p:sp>
          <p:nvSpPr>
            <p:cNvPr id="72" name="Rectangle 71">
              <a:extLst>
                <a:ext uri="{FF2B5EF4-FFF2-40B4-BE49-F238E27FC236}">
                  <a16:creationId xmlns="" xmlns:a16="http://schemas.microsoft.com/office/drawing/2014/main" id="{824F072A-08CC-4CC6-B5EF-C1833A244FA3}"/>
                </a:ext>
              </a:extLst>
            </p:cNvPr>
            <p:cNvSpPr/>
            <p:nvPr/>
          </p:nvSpPr>
          <p:spPr>
            <a:xfrm>
              <a:off x="-2449883" y="-1"/>
              <a:ext cx="118607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Shape 72">
              <a:extLst>
                <a:ext uri="{FF2B5EF4-FFF2-40B4-BE49-F238E27FC236}">
                  <a16:creationId xmlns="" xmlns:a16="http://schemas.microsoft.com/office/drawing/2014/main" id="{A3C6C4A9-8B6A-429B-980E-26CD0C3A573E}"/>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TextBox 73">
              <a:extLst>
                <a:ext uri="{FF2B5EF4-FFF2-40B4-BE49-F238E27FC236}">
                  <a16:creationId xmlns="" xmlns:a16="http://schemas.microsoft.com/office/drawing/2014/main" id="{858AC381-BFD1-4A89-AE49-8ADC853A6849}"/>
                </a:ext>
              </a:extLst>
            </p:cNvPr>
            <p:cNvSpPr txBox="1"/>
            <p:nvPr/>
          </p:nvSpPr>
          <p:spPr>
            <a:xfrm rot="16200000">
              <a:off x="8091629" y="3251164"/>
              <a:ext cx="1992086" cy="523220"/>
            </a:xfrm>
            <a:prstGeom prst="rect">
              <a:avLst/>
            </a:prstGeom>
            <a:noFill/>
          </p:spPr>
          <p:txBody>
            <a:bodyPr wrap="square" rtlCol="0">
              <a:spAutoFit/>
            </a:bodyPr>
            <a:lstStyle/>
            <a:p>
              <a:pPr algn="ctr"/>
              <a:r>
                <a:rPr lang="en-US" sz="2800" b="1" dirty="0">
                  <a:solidFill>
                    <a:srgbClr val="F0EEF0"/>
                  </a:solidFill>
                  <a:latin typeface="Tw Cen MT" panose="020B0602020104020603" pitchFamily="34" charset="0"/>
                </a:rPr>
                <a:t>Conclusion</a:t>
              </a:r>
            </a:p>
          </p:txBody>
        </p:sp>
        <p:pic>
          <p:nvPicPr>
            <p:cNvPr id="75" name="Picture 74">
              <a:extLst>
                <a:ext uri="{FF2B5EF4-FFF2-40B4-BE49-F238E27FC236}">
                  <a16:creationId xmlns="" xmlns:a16="http://schemas.microsoft.com/office/drawing/2014/main" id="{9DF2E944-82FA-495B-8A5C-9BDE2635538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76" name="Group 75">
            <a:extLst>
              <a:ext uri="{FF2B5EF4-FFF2-40B4-BE49-F238E27FC236}">
                <a16:creationId xmlns="" xmlns:a16="http://schemas.microsoft.com/office/drawing/2014/main" id="{60E31D48-090A-4A9C-AF5C-4B0C49C47C7D}"/>
              </a:ext>
            </a:extLst>
          </p:cNvPr>
          <p:cNvGrpSpPr/>
          <p:nvPr/>
        </p:nvGrpSpPr>
        <p:grpSpPr>
          <a:xfrm>
            <a:off x="-1786364" y="0"/>
            <a:ext cx="11335017" cy="6858000"/>
            <a:chOff x="-10744545" y="-1"/>
            <a:chExt cx="11335017" cy="6858000"/>
          </a:xfrm>
        </p:grpSpPr>
        <p:sp>
          <p:nvSpPr>
            <p:cNvPr id="77" name="Rectangle 76">
              <a:extLst>
                <a:ext uri="{FF2B5EF4-FFF2-40B4-BE49-F238E27FC236}">
                  <a16:creationId xmlns="" xmlns:a16="http://schemas.microsoft.com/office/drawing/2014/main" id="{3A79A714-CB74-4EFD-9BC1-A7F2F993842A}"/>
                </a:ext>
              </a:extLst>
            </p:cNvPr>
            <p:cNvSpPr/>
            <p:nvPr/>
          </p:nvSpPr>
          <p:spPr>
            <a:xfrm>
              <a:off x="-10744545" y="-1"/>
              <a:ext cx="11331017"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Freeform: Shape 77">
              <a:extLst>
                <a:ext uri="{FF2B5EF4-FFF2-40B4-BE49-F238E27FC236}">
                  <a16:creationId xmlns="" xmlns:a16="http://schemas.microsoft.com/office/drawing/2014/main" id="{B006C60A-833A-41C2-A553-8132E7B3A7DB}"/>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TextBox 78">
              <a:extLst>
                <a:ext uri="{FF2B5EF4-FFF2-40B4-BE49-F238E27FC236}">
                  <a16:creationId xmlns="" xmlns:a16="http://schemas.microsoft.com/office/drawing/2014/main" id="{95AECC6C-A520-4756-9163-08D14835D791}"/>
                </a:ext>
              </a:extLst>
            </p:cNvPr>
            <p:cNvSpPr txBox="1"/>
            <p:nvPr/>
          </p:nvSpPr>
          <p:spPr>
            <a:xfrm rot="16200000">
              <a:off x="-738260" y="3189608"/>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Thank u</a:t>
              </a:r>
            </a:p>
          </p:txBody>
        </p:sp>
        <p:pic>
          <p:nvPicPr>
            <p:cNvPr id="80" name="Picture 79">
              <a:extLst>
                <a:ext uri="{FF2B5EF4-FFF2-40B4-BE49-F238E27FC236}">
                  <a16:creationId xmlns="" xmlns:a16="http://schemas.microsoft.com/office/drawing/2014/main" id="{0F8A56B9-A504-4035-8439-53ED4617B8B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sp>
        <p:nvSpPr>
          <p:cNvPr id="2" name="TextBox 1">
            <a:extLst>
              <a:ext uri="{FF2B5EF4-FFF2-40B4-BE49-F238E27FC236}">
                <a16:creationId xmlns="" xmlns:a16="http://schemas.microsoft.com/office/drawing/2014/main" id="{4F0876BE-C29C-4521-A088-D2CA1B8560E8}"/>
              </a:ext>
            </a:extLst>
          </p:cNvPr>
          <p:cNvSpPr txBox="1"/>
          <p:nvPr/>
        </p:nvSpPr>
        <p:spPr>
          <a:xfrm>
            <a:off x="439989" y="5455226"/>
            <a:ext cx="7199790" cy="1107996"/>
          </a:xfrm>
          <a:prstGeom prst="rect">
            <a:avLst/>
          </a:prstGeom>
          <a:noFill/>
        </p:spPr>
        <p:txBody>
          <a:bodyPr wrap="square" rtlCol="0">
            <a:spAutoFit/>
          </a:bodyPr>
          <a:lstStyle/>
          <a:p>
            <a:pPr algn="ctr"/>
            <a:r>
              <a:rPr lang="en-US" sz="6600" b="1" dirty="0">
                <a:solidFill>
                  <a:srgbClr val="FF5969"/>
                </a:solidFill>
                <a:latin typeface="Tw Cen MT" panose="020B0602020104020603" pitchFamily="34" charset="0"/>
              </a:rPr>
              <a:t>THANK YOU</a:t>
            </a:r>
            <a:endParaRPr lang="en-IN" sz="6600" b="1" dirty="0">
              <a:solidFill>
                <a:srgbClr val="FF5969"/>
              </a:solidFill>
              <a:latin typeface="Tw Cen MT" panose="020B0602020104020603" pitchFamily="34" charset="0"/>
            </a:endParaRPr>
          </a:p>
        </p:txBody>
      </p:sp>
      <p:pic>
        <p:nvPicPr>
          <p:cNvPr id="4" name="giphy">
            <a:hlinkClick r:id="" action="ppaction://media"/>
            <a:extLst>
              <a:ext uri="{FF2B5EF4-FFF2-40B4-BE49-F238E27FC236}">
                <a16:creationId xmlns="" xmlns:a16="http://schemas.microsoft.com/office/drawing/2014/main" id="{449D291F-BF05-47A4-8C24-DD0389B04CFF}"/>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63658" y="470357"/>
            <a:ext cx="8819209" cy="4960805"/>
          </a:xfrm>
          <a:prstGeom prst="rect">
            <a:avLst/>
          </a:prstGeom>
        </p:spPr>
      </p:pic>
    </p:spTree>
    <p:extLst>
      <p:ext uri="{BB962C8B-B14F-4D97-AF65-F5344CB8AC3E}">
        <p14:creationId xmlns:p14="http://schemas.microsoft.com/office/powerpoint/2010/main" val="132723948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27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2308</TotalTime>
  <Words>546</Words>
  <Application>Microsoft Office PowerPoint</Application>
  <PresentationFormat>Custom</PresentationFormat>
  <Paragraphs>196</Paragraphs>
  <Slides>19</Slides>
  <Notes>0</Notes>
  <HiddenSlides>0</HiddenSlides>
  <MMClips>1</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Zähringer</dc:creator>
  <cp:lastModifiedBy>DELL</cp:lastModifiedBy>
  <cp:revision>149</cp:revision>
  <dcterms:created xsi:type="dcterms:W3CDTF">2017-01-05T13:17:27Z</dcterms:created>
  <dcterms:modified xsi:type="dcterms:W3CDTF">2020-10-26T05:39:17Z</dcterms:modified>
</cp:coreProperties>
</file>